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0.svg" ContentType="image/svg+xml"/>
  <Override PartName="/ppt/media/image12.svg" ContentType="image/svg+xml"/>
  <Override PartName="/ppt/media/image13.svg" ContentType="image/svg+xml"/>
  <Override PartName="/ppt/media/image15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media/image9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</p:sldMasterIdLst>
  <p:sldIdLst>
    <p:sldId id="260" r:id="rId4"/>
    <p:sldId id="261" r:id="rId5"/>
    <p:sldId id="262" r:id="rId6"/>
    <p:sldId id="263" r:id="rId7"/>
    <p:sldId id="293" r:id="rId8"/>
    <p:sldId id="267" r:id="rId9"/>
    <p:sldId id="294" r:id="rId10"/>
    <p:sldId id="270" r:id="rId11"/>
    <p:sldId id="296" r:id="rId12"/>
    <p:sldId id="297" r:id="rId13"/>
    <p:sldId id="273" r:id="rId14"/>
    <p:sldId id="274" r:id="rId15"/>
    <p:sldId id="298" r:id="rId16"/>
    <p:sldId id="278" r:id="rId17"/>
    <p:sldId id="279" r:id="rId18"/>
    <p:sldId id="280" r:id="rId19"/>
    <p:sldId id="281" r:id="rId20"/>
    <p:sldId id="282" r:id="rId21"/>
    <p:sldId id="283" r:id="rId22"/>
    <p:sldId id="300" r:id="rId23"/>
    <p:sldId id="302" r:id="rId24"/>
    <p:sldId id="289" r:id="rId25"/>
    <p:sldId id="290" r:id="rId26"/>
    <p:sldId id="304" r:id="rId27"/>
    <p:sldId id="292" r:id="rId28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chuying" initials="k" lastIdx="0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2" Type="http://schemas.openxmlformats.org/officeDocument/2006/relationships/commentAuthors" Target="commentAuthors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4" Type="http://schemas.openxmlformats.org/officeDocument/2006/relationships/tags" Target="../tags/tag23.xml"/><Relationship Id="rId23" Type="http://schemas.openxmlformats.org/officeDocument/2006/relationships/tags" Target="../tags/tag22.xml"/><Relationship Id="rId22" Type="http://schemas.openxmlformats.org/officeDocument/2006/relationships/tags" Target="../tags/tag21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tags" Target="../tags/tag37.xml"/><Relationship Id="rId2" Type="http://schemas.openxmlformats.org/officeDocument/2006/relationships/tags" Target="../tags/tag36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tags" Target="../tags/tag46.xml"/><Relationship Id="rId5" Type="http://schemas.openxmlformats.org/officeDocument/2006/relationships/tags" Target="../tags/tag45.xml"/><Relationship Id="rId4" Type="http://schemas.openxmlformats.org/officeDocument/2006/relationships/tags" Target="../tags/tag44.xml"/><Relationship Id="rId3" Type="http://schemas.openxmlformats.org/officeDocument/2006/relationships/tags" Target="../tags/tag43.xml"/><Relationship Id="rId2" Type="http://schemas.openxmlformats.org/officeDocument/2006/relationships/tags" Target="../tags/tag42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54.xml"/><Relationship Id="rId6" Type="http://schemas.openxmlformats.org/officeDocument/2006/relationships/tags" Target="../tags/tag53.xml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tags" Target="../tags/tag50.xml"/><Relationship Id="rId2" Type="http://schemas.openxmlformats.org/officeDocument/2006/relationships/tags" Target="../tags/tag49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tags" Target="../tags/tag61.xml"/><Relationship Id="rId7" Type="http://schemas.openxmlformats.org/officeDocument/2006/relationships/tags" Target="../tags/tag60.xml"/><Relationship Id="rId6" Type="http://schemas.openxmlformats.org/officeDocument/2006/relationships/tags" Target="../tags/tag59.xml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tags" Target="../tags/tag56.xml"/><Relationship Id="rId2" Type="http://schemas.openxmlformats.org/officeDocument/2006/relationships/tags" Target="../tags/tag55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tags" Target="../tags/tag65.xml"/><Relationship Id="rId4" Type="http://schemas.openxmlformats.org/officeDocument/2006/relationships/tags" Target="../tags/tag64.xml"/><Relationship Id="rId3" Type="http://schemas.openxmlformats.org/officeDocument/2006/relationships/tags" Target="../tags/tag63.xml"/><Relationship Id="rId20" Type="http://schemas.openxmlformats.org/officeDocument/2006/relationships/tags" Target="../tags/tag80.xml"/><Relationship Id="rId2" Type="http://schemas.openxmlformats.org/officeDocument/2006/relationships/tags" Target="../tags/tag62.xml"/><Relationship Id="rId19" Type="http://schemas.openxmlformats.org/officeDocument/2006/relationships/tags" Target="../tags/tag79.xml"/><Relationship Id="rId18" Type="http://schemas.openxmlformats.org/officeDocument/2006/relationships/tags" Target="../tags/tag78.xml"/><Relationship Id="rId17" Type="http://schemas.openxmlformats.org/officeDocument/2006/relationships/tags" Target="../tags/tag77.xml"/><Relationship Id="rId16" Type="http://schemas.openxmlformats.org/officeDocument/2006/relationships/tags" Target="../tags/tag76.xml"/><Relationship Id="rId15" Type="http://schemas.openxmlformats.org/officeDocument/2006/relationships/tags" Target="../tags/tag75.xml"/><Relationship Id="rId14" Type="http://schemas.openxmlformats.org/officeDocument/2006/relationships/tags" Target="../tags/tag74.xml"/><Relationship Id="rId13" Type="http://schemas.openxmlformats.org/officeDocument/2006/relationships/tags" Target="../tags/tag73.xml"/><Relationship Id="rId12" Type="http://schemas.openxmlformats.org/officeDocument/2006/relationships/tags" Target="../tags/tag7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88.xml"/><Relationship Id="rId8" Type="http://schemas.openxmlformats.org/officeDocument/2006/relationships/tags" Target="../tags/tag87.xml"/><Relationship Id="rId7" Type="http://schemas.openxmlformats.org/officeDocument/2006/relationships/tags" Target="../tags/tag86.xml"/><Relationship Id="rId6" Type="http://schemas.openxmlformats.org/officeDocument/2006/relationships/tags" Target="../tags/tag85.xml"/><Relationship Id="rId5" Type="http://schemas.openxmlformats.org/officeDocument/2006/relationships/tags" Target="../tags/tag84.xml"/><Relationship Id="rId4" Type="http://schemas.openxmlformats.org/officeDocument/2006/relationships/tags" Target="../tags/tag83.xml"/><Relationship Id="rId3" Type="http://schemas.openxmlformats.org/officeDocument/2006/relationships/tags" Target="../tags/tag82.xml"/><Relationship Id="rId2" Type="http://schemas.openxmlformats.org/officeDocument/2006/relationships/tags" Target="../tags/tag81.xml"/><Relationship Id="rId10" Type="http://schemas.openxmlformats.org/officeDocument/2006/relationships/tags" Target="../tags/tag89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tags" Target="../tags/tag96.xml"/><Relationship Id="rId7" Type="http://schemas.openxmlformats.org/officeDocument/2006/relationships/tags" Target="../tags/tag95.xml"/><Relationship Id="rId6" Type="http://schemas.openxmlformats.org/officeDocument/2006/relationships/tags" Target="../tags/tag94.xml"/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04.xml"/><Relationship Id="rId8" Type="http://schemas.openxmlformats.org/officeDocument/2006/relationships/tags" Target="../tags/tag103.xml"/><Relationship Id="rId7" Type="http://schemas.openxmlformats.org/officeDocument/2006/relationships/tags" Target="../tags/tag102.xml"/><Relationship Id="rId6" Type="http://schemas.openxmlformats.org/officeDocument/2006/relationships/tags" Target="../tags/tag101.xml"/><Relationship Id="rId5" Type="http://schemas.openxmlformats.org/officeDocument/2006/relationships/tags" Target="../tags/tag100.xml"/><Relationship Id="rId4" Type="http://schemas.openxmlformats.org/officeDocument/2006/relationships/tags" Target="../tags/tag99.xml"/><Relationship Id="rId3" Type="http://schemas.openxmlformats.org/officeDocument/2006/relationships/tags" Target="../tags/tag98.xml"/><Relationship Id="rId2" Type="http://schemas.openxmlformats.org/officeDocument/2006/relationships/tags" Target="../tags/tag97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tags" Target="../tags/tag111.xml"/><Relationship Id="rId7" Type="http://schemas.openxmlformats.org/officeDocument/2006/relationships/tags" Target="../tags/tag110.xml"/><Relationship Id="rId6" Type="http://schemas.openxmlformats.org/officeDocument/2006/relationships/tags" Target="../tags/tag109.xml"/><Relationship Id="rId5" Type="http://schemas.openxmlformats.org/officeDocument/2006/relationships/tags" Target="../tags/tag108.xml"/><Relationship Id="rId4" Type="http://schemas.openxmlformats.org/officeDocument/2006/relationships/tags" Target="../tags/tag107.xml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19.xml"/><Relationship Id="rId8" Type="http://schemas.openxmlformats.org/officeDocument/2006/relationships/tags" Target="../tags/tag118.xml"/><Relationship Id="rId7" Type="http://schemas.openxmlformats.org/officeDocument/2006/relationships/tags" Target="../tags/tag117.xml"/><Relationship Id="rId6" Type="http://schemas.openxmlformats.org/officeDocument/2006/relationships/tags" Target="../tags/tag116.xml"/><Relationship Id="rId5" Type="http://schemas.openxmlformats.org/officeDocument/2006/relationships/tags" Target="../tags/tag115.xml"/><Relationship Id="rId4" Type="http://schemas.openxmlformats.org/officeDocument/2006/relationships/tags" Target="../tags/tag114.xml"/><Relationship Id="rId3" Type="http://schemas.openxmlformats.org/officeDocument/2006/relationships/tags" Target="../tags/tag113.xml"/><Relationship Id="rId2" Type="http://schemas.openxmlformats.org/officeDocument/2006/relationships/tags" Target="../tags/tag112.xml"/><Relationship Id="rId10" Type="http://schemas.openxmlformats.org/officeDocument/2006/relationships/tags" Target="../tags/tag120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tags" Target="../tags/tag127.xml"/><Relationship Id="rId7" Type="http://schemas.openxmlformats.org/officeDocument/2006/relationships/tags" Target="../tags/tag126.xml"/><Relationship Id="rId6" Type="http://schemas.openxmlformats.org/officeDocument/2006/relationships/tags" Target="../tags/tag125.xml"/><Relationship Id="rId5" Type="http://schemas.openxmlformats.org/officeDocument/2006/relationships/tags" Target="../tags/tag124.xml"/><Relationship Id="rId4" Type="http://schemas.openxmlformats.org/officeDocument/2006/relationships/tags" Target="../tags/tag123.xml"/><Relationship Id="rId3" Type="http://schemas.openxmlformats.org/officeDocument/2006/relationships/tags" Target="../tags/tag122.xml"/><Relationship Id="rId2" Type="http://schemas.openxmlformats.org/officeDocument/2006/relationships/tags" Target="../tags/tag121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35.xml"/><Relationship Id="rId8" Type="http://schemas.openxmlformats.org/officeDocument/2006/relationships/tags" Target="../tags/tag134.xml"/><Relationship Id="rId7" Type="http://schemas.openxmlformats.org/officeDocument/2006/relationships/tags" Target="../tags/tag133.xml"/><Relationship Id="rId6" Type="http://schemas.openxmlformats.org/officeDocument/2006/relationships/tags" Target="../tags/tag132.xml"/><Relationship Id="rId5" Type="http://schemas.openxmlformats.org/officeDocument/2006/relationships/tags" Target="../tags/tag131.xml"/><Relationship Id="rId4" Type="http://schemas.openxmlformats.org/officeDocument/2006/relationships/tags" Target="../tags/tag130.xml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4" Type="http://schemas.openxmlformats.org/officeDocument/2006/relationships/tags" Target="../tags/tag140.xml"/><Relationship Id="rId13" Type="http://schemas.openxmlformats.org/officeDocument/2006/relationships/tags" Target="../tags/tag139.xml"/><Relationship Id="rId12" Type="http://schemas.openxmlformats.org/officeDocument/2006/relationships/tags" Target="../tags/tag138.xml"/><Relationship Id="rId11" Type="http://schemas.openxmlformats.org/officeDocument/2006/relationships/tags" Target="../tags/tag137.xml"/><Relationship Id="rId10" Type="http://schemas.openxmlformats.org/officeDocument/2006/relationships/tags" Target="../tags/tag136.xml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48.xml"/><Relationship Id="rId8" Type="http://schemas.openxmlformats.org/officeDocument/2006/relationships/tags" Target="../tags/tag147.xml"/><Relationship Id="rId7" Type="http://schemas.openxmlformats.org/officeDocument/2006/relationships/tags" Target="../tags/tag146.xml"/><Relationship Id="rId6" Type="http://schemas.openxmlformats.org/officeDocument/2006/relationships/tags" Target="../tags/tag145.xml"/><Relationship Id="rId5" Type="http://schemas.openxmlformats.org/officeDocument/2006/relationships/tags" Target="../tags/tag144.xml"/><Relationship Id="rId4" Type="http://schemas.openxmlformats.org/officeDocument/2006/relationships/tags" Target="../tags/tag143.xml"/><Relationship Id="rId3" Type="http://schemas.openxmlformats.org/officeDocument/2006/relationships/tags" Target="../tags/tag142.xml"/><Relationship Id="rId20" Type="http://schemas.openxmlformats.org/officeDocument/2006/relationships/tags" Target="../tags/tag159.xml"/><Relationship Id="rId2" Type="http://schemas.openxmlformats.org/officeDocument/2006/relationships/tags" Target="../tags/tag141.xml"/><Relationship Id="rId19" Type="http://schemas.openxmlformats.org/officeDocument/2006/relationships/tags" Target="../tags/tag158.xml"/><Relationship Id="rId18" Type="http://schemas.openxmlformats.org/officeDocument/2006/relationships/tags" Target="../tags/tag157.xml"/><Relationship Id="rId17" Type="http://schemas.openxmlformats.org/officeDocument/2006/relationships/tags" Target="../tags/tag156.xml"/><Relationship Id="rId16" Type="http://schemas.openxmlformats.org/officeDocument/2006/relationships/tags" Target="../tags/tag155.xml"/><Relationship Id="rId15" Type="http://schemas.openxmlformats.org/officeDocument/2006/relationships/tags" Target="../tags/tag154.xml"/><Relationship Id="rId14" Type="http://schemas.openxmlformats.org/officeDocument/2006/relationships/tags" Target="../tags/tag153.xml"/><Relationship Id="rId13" Type="http://schemas.openxmlformats.org/officeDocument/2006/relationships/tags" Target="../tags/tag152.xml"/><Relationship Id="rId12" Type="http://schemas.openxmlformats.org/officeDocument/2006/relationships/tags" Target="../tags/tag151.xml"/><Relationship Id="rId11" Type="http://schemas.openxmlformats.org/officeDocument/2006/relationships/tags" Target="../tags/tag150.xml"/><Relationship Id="rId10" Type="http://schemas.openxmlformats.org/officeDocument/2006/relationships/tags" Target="../tags/tag149.xml"/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67.xml"/><Relationship Id="rId8" Type="http://schemas.openxmlformats.org/officeDocument/2006/relationships/tags" Target="../tags/tag166.xml"/><Relationship Id="rId7" Type="http://schemas.openxmlformats.org/officeDocument/2006/relationships/tags" Target="../tags/tag165.xml"/><Relationship Id="rId6" Type="http://schemas.openxmlformats.org/officeDocument/2006/relationships/tags" Target="../tags/tag164.xml"/><Relationship Id="rId5" Type="http://schemas.openxmlformats.org/officeDocument/2006/relationships/tags" Target="../tags/tag163.xml"/><Relationship Id="rId4" Type="http://schemas.openxmlformats.org/officeDocument/2006/relationships/tags" Target="../tags/tag162.xml"/><Relationship Id="rId3" Type="http://schemas.openxmlformats.org/officeDocument/2006/relationships/tags" Target="../tags/tag161.xml"/><Relationship Id="rId20" Type="http://schemas.openxmlformats.org/officeDocument/2006/relationships/tags" Target="../tags/tag178.xml"/><Relationship Id="rId2" Type="http://schemas.openxmlformats.org/officeDocument/2006/relationships/tags" Target="../tags/tag160.xml"/><Relationship Id="rId19" Type="http://schemas.openxmlformats.org/officeDocument/2006/relationships/tags" Target="../tags/tag177.xml"/><Relationship Id="rId18" Type="http://schemas.openxmlformats.org/officeDocument/2006/relationships/tags" Target="../tags/tag176.xml"/><Relationship Id="rId17" Type="http://schemas.openxmlformats.org/officeDocument/2006/relationships/tags" Target="../tags/tag175.xml"/><Relationship Id="rId16" Type="http://schemas.openxmlformats.org/officeDocument/2006/relationships/tags" Target="../tags/tag174.xml"/><Relationship Id="rId15" Type="http://schemas.openxmlformats.org/officeDocument/2006/relationships/tags" Target="../tags/tag173.xml"/><Relationship Id="rId14" Type="http://schemas.openxmlformats.org/officeDocument/2006/relationships/tags" Target="../tags/tag172.xml"/><Relationship Id="rId13" Type="http://schemas.openxmlformats.org/officeDocument/2006/relationships/tags" Target="../tags/tag171.xml"/><Relationship Id="rId12" Type="http://schemas.openxmlformats.org/officeDocument/2006/relationships/tags" Target="../tags/tag170.xml"/><Relationship Id="rId11" Type="http://schemas.openxmlformats.org/officeDocument/2006/relationships/tags" Target="../tags/tag169.xml"/><Relationship Id="rId10" Type="http://schemas.openxmlformats.org/officeDocument/2006/relationships/tags" Target="../tags/tag168.xml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8" Type="http://schemas.openxmlformats.org/officeDocument/2006/relationships/tags" Target="../tags/tag185.xml"/><Relationship Id="rId7" Type="http://schemas.openxmlformats.org/officeDocument/2006/relationships/tags" Target="../tags/tag184.xml"/><Relationship Id="rId6" Type="http://schemas.openxmlformats.org/officeDocument/2006/relationships/tags" Target="../tags/tag183.xml"/><Relationship Id="rId5" Type="http://schemas.openxmlformats.org/officeDocument/2006/relationships/tags" Target="../tags/tag182.xml"/><Relationship Id="rId4" Type="http://schemas.openxmlformats.org/officeDocument/2006/relationships/tags" Target="../tags/tag181.xml"/><Relationship Id="rId3" Type="http://schemas.openxmlformats.org/officeDocument/2006/relationships/tags" Target="../tags/tag180.xml"/><Relationship Id="rId2" Type="http://schemas.openxmlformats.org/officeDocument/2006/relationships/tags" Target="../tags/tag179.xml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193.xml"/><Relationship Id="rId8" Type="http://schemas.openxmlformats.org/officeDocument/2006/relationships/tags" Target="../tags/tag192.xml"/><Relationship Id="rId7" Type="http://schemas.openxmlformats.org/officeDocument/2006/relationships/tags" Target="../tags/tag191.xml"/><Relationship Id="rId6" Type="http://schemas.openxmlformats.org/officeDocument/2006/relationships/tags" Target="../tags/tag190.xml"/><Relationship Id="rId5" Type="http://schemas.openxmlformats.org/officeDocument/2006/relationships/tags" Target="../tags/tag189.xml"/><Relationship Id="rId4" Type="http://schemas.openxmlformats.org/officeDocument/2006/relationships/tags" Target="../tags/tag188.xml"/><Relationship Id="rId3" Type="http://schemas.openxmlformats.org/officeDocument/2006/relationships/tags" Target="../tags/tag187.xml"/><Relationship Id="rId2" Type="http://schemas.openxmlformats.org/officeDocument/2006/relationships/tags" Target="../tags/tag186.xml"/><Relationship Id="rId12" Type="http://schemas.openxmlformats.org/officeDocument/2006/relationships/tags" Target="../tags/tag196.xml"/><Relationship Id="rId11" Type="http://schemas.openxmlformats.org/officeDocument/2006/relationships/tags" Target="../tags/tag195.xml"/><Relationship Id="rId10" Type="http://schemas.openxmlformats.org/officeDocument/2006/relationships/tags" Target="../tags/tag194.xml"/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8" Type="http://schemas.openxmlformats.org/officeDocument/2006/relationships/tags" Target="../tags/tag203.xml"/><Relationship Id="rId7" Type="http://schemas.openxmlformats.org/officeDocument/2006/relationships/tags" Target="../tags/tag202.xml"/><Relationship Id="rId6" Type="http://schemas.openxmlformats.org/officeDocument/2006/relationships/tags" Target="../tags/tag201.xml"/><Relationship Id="rId5" Type="http://schemas.openxmlformats.org/officeDocument/2006/relationships/tags" Target="../tags/tag200.xml"/><Relationship Id="rId4" Type="http://schemas.openxmlformats.org/officeDocument/2006/relationships/tags" Target="../tags/tag199.xml"/><Relationship Id="rId3" Type="http://schemas.openxmlformats.org/officeDocument/2006/relationships/tags" Target="../tags/tag198.xml"/><Relationship Id="rId2" Type="http://schemas.openxmlformats.org/officeDocument/2006/relationships/tags" Target="../tags/tag197.xml"/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7" Type="http://schemas.openxmlformats.org/officeDocument/2006/relationships/tags" Target="../tags/tag209.xml"/><Relationship Id="rId6" Type="http://schemas.openxmlformats.org/officeDocument/2006/relationships/tags" Target="../tags/tag208.xml"/><Relationship Id="rId5" Type="http://schemas.openxmlformats.org/officeDocument/2006/relationships/tags" Target="../tags/tag207.xml"/><Relationship Id="rId4" Type="http://schemas.openxmlformats.org/officeDocument/2006/relationships/tags" Target="../tags/tag206.xml"/><Relationship Id="rId3" Type="http://schemas.openxmlformats.org/officeDocument/2006/relationships/tags" Target="../tags/tag205.xml"/><Relationship Id="rId2" Type="http://schemas.openxmlformats.org/officeDocument/2006/relationships/tags" Target="../tags/tag204.xml"/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tags" Target="../tags/tag216.xml"/><Relationship Id="rId7" Type="http://schemas.openxmlformats.org/officeDocument/2006/relationships/tags" Target="../tags/tag215.xml"/><Relationship Id="rId6" Type="http://schemas.openxmlformats.org/officeDocument/2006/relationships/tags" Target="../tags/tag214.xml"/><Relationship Id="rId5" Type="http://schemas.openxmlformats.org/officeDocument/2006/relationships/tags" Target="../tags/tag213.xml"/><Relationship Id="rId4" Type="http://schemas.openxmlformats.org/officeDocument/2006/relationships/tags" Target="../tags/tag212.xml"/><Relationship Id="rId3" Type="http://schemas.openxmlformats.org/officeDocument/2006/relationships/tags" Target="../tags/tag211.xml"/><Relationship Id="rId2" Type="http://schemas.openxmlformats.org/officeDocument/2006/relationships/tags" Target="../tags/tag210.xml"/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9" Type="http://schemas.openxmlformats.org/officeDocument/2006/relationships/tags" Target="../tags/tag224.xml"/><Relationship Id="rId8" Type="http://schemas.openxmlformats.org/officeDocument/2006/relationships/tags" Target="../tags/tag223.xml"/><Relationship Id="rId7" Type="http://schemas.openxmlformats.org/officeDocument/2006/relationships/tags" Target="../tags/tag222.xml"/><Relationship Id="rId6" Type="http://schemas.openxmlformats.org/officeDocument/2006/relationships/tags" Target="../tags/tag221.xml"/><Relationship Id="rId5" Type="http://schemas.openxmlformats.org/officeDocument/2006/relationships/tags" Target="../tags/tag220.xml"/><Relationship Id="rId4" Type="http://schemas.openxmlformats.org/officeDocument/2006/relationships/tags" Target="../tags/tag219.xml"/><Relationship Id="rId3" Type="http://schemas.openxmlformats.org/officeDocument/2006/relationships/tags" Target="../tags/tag218.xml"/><Relationship Id="rId2" Type="http://schemas.openxmlformats.org/officeDocument/2006/relationships/tags" Target="../tags/tag217.xml"/><Relationship Id="rId14" Type="http://schemas.openxmlformats.org/officeDocument/2006/relationships/tags" Target="../tags/tag229.xml"/><Relationship Id="rId13" Type="http://schemas.openxmlformats.org/officeDocument/2006/relationships/tags" Target="../tags/tag228.xml"/><Relationship Id="rId12" Type="http://schemas.openxmlformats.org/officeDocument/2006/relationships/tags" Target="../tags/tag227.xml"/><Relationship Id="rId11" Type="http://schemas.openxmlformats.org/officeDocument/2006/relationships/tags" Target="../tags/tag226.xml"/><Relationship Id="rId10" Type="http://schemas.openxmlformats.org/officeDocument/2006/relationships/tags" Target="../tags/tag225.xml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9" Type="http://schemas.openxmlformats.org/officeDocument/2006/relationships/tags" Target="../tags/tag237.xml"/><Relationship Id="rId8" Type="http://schemas.openxmlformats.org/officeDocument/2006/relationships/tags" Target="../tags/tag236.xml"/><Relationship Id="rId7" Type="http://schemas.openxmlformats.org/officeDocument/2006/relationships/tags" Target="../tags/tag235.xml"/><Relationship Id="rId6" Type="http://schemas.openxmlformats.org/officeDocument/2006/relationships/tags" Target="../tags/tag234.xml"/><Relationship Id="rId5" Type="http://schemas.openxmlformats.org/officeDocument/2006/relationships/tags" Target="../tags/tag233.xml"/><Relationship Id="rId4" Type="http://schemas.openxmlformats.org/officeDocument/2006/relationships/tags" Target="../tags/tag232.xml"/><Relationship Id="rId3" Type="http://schemas.openxmlformats.org/officeDocument/2006/relationships/tags" Target="../tags/tag231.xml"/><Relationship Id="rId2" Type="http://schemas.openxmlformats.org/officeDocument/2006/relationships/tags" Target="../tags/tag230.xml"/><Relationship Id="rId17" Type="http://schemas.openxmlformats.org/officeDocument/2006/relationships/tags" Target="../tags/tag245.xml"/><Relationship Id="rId16" Type="http://schemas.openxmlformats.org/officeDocument/2006/relationships/tags" Target="../tags/tag244.xml"/><Relationship Id="rId15" Type="http://schemas.openxmlformats.org/officeDocument/2006/relationships/tags" Target="../tags/tag243.xml"/><Relationship Id="rId14" Type="http://schemas.openxmlformats.org/officeDocument/2006/relationships/tags" Target="../tags/tag242.xml"/><Relationship Id="rId13" Type="http://schemas.openxmlformats.org/officeDocument/2006/relationships/tags" Target="../tags/tag241.xml"/><Relationship Id="rId12" Type="http://schemas.openxmlformats.org/officeDocument/2006/relationships/tags" Target="../tags/tag240.xml"/><Relationship Id="rId11" Type="http://schemas.openxmlformats.org/officeDocument/2006/relationships/tags" Target="../tags/tag239.xml"/><Relationship Id="rId10" Type="http://schemas.openxmlformats.org/officeDocument/2006/relationships/tags" Target="../tags/tag238.xml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5" Type="http://schemas.openxmlformats.org/officeDocument/2006/relationships/tags" Target="../tags/tag249.xml"/><Relationship Id="rId4" Type="http://schemas.openxmlformats.org/officeDocument/2006/relationships/tags" Target="../tags/tag248.xml"/><Relationship Id="rId3" Type="http://schemas.openxmlformats.org/officeDocument/2006/relationships/tags" Target="../tags/tag247.xml"/><Relationship Id="rId2" Type="http://schemas.openxmlformats.org/officeDocument/2006/relationships/tags" Target="../tags/tag246.xml"/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9" Type="http://schemas.openxmlformats.org/officeDocument/2006/relationships/tags" Target="../tags/tag257.xml"/><Relationship Id="rId8" Type="http://schemas.openxmlformats.org/officeDocument/2006/relationships/tags" Target="../tags/tag256.xml"/><Relationship Id="rId7" Type="http://schemas.openxmlformats.org/officeDocument/2006/relationships/tags" Target="../tags/tag255.xml"/><Relationship Id="rId6" Type="http://schemas.openxmlformats.org/officeDocument/2006/relationships/tags" Target="../tags/tag254.xml"/><Relationship Id="rId5" Type="http://schemas.openxmlformats.org/officeDocument/2006/relationships/tags" Target="../tags/tag253.xml"/><Relationship Id="rId4" Type="http://schemas.openxmlformats.org/officeDocument/2006/relationships/tags" Target="../tags/tag252.xml"/><Relationship Id="rId3" Type="http://schemas.openxmlformats.org/officeDocument/2006/relationships/tags" Target="../tags/tag251.xml"/><Relationship Id="rId2" Type="http://schemas.openxmlformats.org/officeDocument/2006/relationships/tags" Target="../tags/tag250.xml"/><Relationship Id="rId12" Type="http://schemas.openxmlformats.org/officeDocument/2006/relationships/tags" Target="../tags/tag260.xml"/><Relationship Id="rId11" Type="http://schemas.openxmlformats.org/officeDocument/2006/relationships/tags" Target="../tags/tag259.xml"/><Relationship Id="rId10" Type="http://schemas.openxmlformats.org/officeDocument/2006/relationships/tags" Target="../tags/tag258.xml"/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7" Type="http://schemas.openxmlformats.org/officeDocument/2006/relationships/tags" Target="../tags/tag266.xml"/><Relationship Id="rId6" Type="http://schemas.openxmlformats.org/officeDocument/2006/relationships/tags" Target="../tags/tag265.xml"/><Relationship Id="rId5" Type="http://schemas.openxmlformats.org/officeDocument/2006/relationships/tags" Target="../tags/tag264.xml"/><Relationship Id="rId4" Type="http://schemas.openxmlformats.org/officeDocument/2006/relationships/tags" Target="../tags/tag263.xml"/><Relationship Id="rId3" Type="http://schemas.openxmlformats.org/officeDocument/2006/relationships/tags" Target="../tags/tag262.xml"/><Relationship Id="rId2" Type="http://schemas.openxmlformats.org/officeDocument/2006/relationships/tags" Target="../tags/tag261.xml"/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9" Type="http://schemas.openxmlformats.org/officeDocument/2006/relationships/tags" Target="../tags/tag274.xml"/><Relationship Id="rId8" Type="http://schemas.openxmlformats.org/officeDocument/2006/relationships/tags" Target="../tags/tag273.xml"/><Relationship Id="rId7" Type="http://schemas.openxmlformats.org/officeDocument/2006/relationships/tags" Target="../tags/tag272.xml"/><Relationship Id="rId6" Type="http://schemas.openxmlformats.org/officeDocument/2006/relationships/tags" Target="../tags/tag271.xml"/><Relationship Id="rId5" Type="http://schemas.openxmlformats.org/officeDocument/2006/relationships/tags" Target="../tags/tag270.xml"/><Relationship Id="rId4" Type="http://schemas.openxmlformats.org/officeDocument/2006/relationships/tags" Target="../tags/tag269.xml"/><Relationship Id="rId3" Type="http://schemas.openxmlformats.org/officeDocument/2006/relationships/tags" Target="../tags/tag268.xml"/><Relationship Id="rId2" Type="http://schemas.openxmlformats.org/officeDocument/2006/relationships/tags" Target="../tags/tag267.xml"/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5" Type="http://schemas.openxmlformats.org/officeDocument/2006/relationships/tags" Target="../tags/tag278.xml"/><Relationship Id="rId4" Type="http://schemas.openxmlformats.org/officeDocument/2006/relationships/tags" Target="../tags/tag277.xml"/><Relationship Id="rId3" Type="http://schemas.openxmlformats.org/officeDocument/2006/relationships/tags" Target="../tags/tag276.xml"/><Relationship Id="rId2" Type="http://schemas.openxmlformats.org/officeDocument/2006/relationships/tags" Target="../tags/tag275.xml"/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4" Type="http://schemas.openxmlformats.org/officeDocument/2006/relationships/tags" Target="../tags/tag281.xml"/><Relationship Id="rId3" Type="http://schemas.openxmlformats.org/officeDocument/2006/relationships/tags" Target="../tags/tag280.xml"/><Relationship Id="rId2" Type="http://schemas.openxmlformats.org/officeDocument/2006/relationships/tags" Target="../tags/tag279.xml"/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5" Type="http://schemas.openxmlformats.org/officeDocument/2006/relationships/tags" Target="../tags/tag285.xml"/><Relationship Id="rId4" Type="http://schemas.openxmlformats.org/officeDocument/2006/relationships/tags" Target="../tags/tag284.xml"/><Relationship Id="rId3" Type="http://schemas.openxmlformats.org/officeDocument/2006/relationships/tags" Target="../tags/tag283.xml"/><Relationship Id="rId2" Type="http://schemas.openxmlformats.org/officeDocument/2006/relationships/tags" Target="../tags/tag282.xml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6" Type="http://schemas.openxmlformats.org/officeDocument/2006/relationships/tags" Target="../tags/tag290.xml"/><Relationship Id="rId5" Type="http://schemas.openxmlformats.org/officeDocument/2006/relationships/tags" Target="../tags/tag289.xml"/><Relationship Id="rId4" Type="http://schemas.openxmlformats.org/officeDocument/2006/relationships/tags" Target="../tags/tag288.xml"/><Relationship Id="rId3" Type="http://schemas.openxmlformats.org/officeDocument/2006/relationships/tags" Target="../tags/tag287.xml"/><Relationship Id="rId2" Type="http://schemas.openxmlformats.org/officeDocument/2006/relationships/tags" Target="../tags/tag286.xml"/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9" Type="http://schemas.openxmlformats.org/officeDocument/2006/relationships/tags" Target="../tags/tag296.xml"/><Relationship Id="rId8" Type="http://schemas.openxmlformats.org/officeDocument/2006/relationships/tags" Target="../tags/tag295.xml"/><Relationship Id="rId7" Type="http://schemas.openxmlformats.org/officeDocument/2006/relationships/tags" Target="../tags/tag294.xml"/><Relationship Id="rId6" Type="http://schemas.openxmlformats.org/officeDocument/2006/relationships/tags" Target="../tags/tag293.xml"/><Relationship Id="rId5" Type="http://schemas.openxmlformats.org/officeDocument/2006/relationships/image" Target="../media/image2.svg"/><Relationship Id="rId4" Type="http://schemas.openxmlformats.org/officeDocument/2006/relationships/image" Target="../media/image1.png"/><Relationship Id="rId3" Type="http://schemas.openxmlformats.org/officeDocument/2006/relationships/tags" Target="../tags/tag292.xml"/><Relationship Id="rId24" Type="http://schemas.openxmlformats.org/officeDocument/2006/relationships/tags" Target="../tags/tag305.xml"/><Relationship Id="rId23" Type="http://schemas.openxmlformats.org/officeDocument/2006/relationships/tags" Target="../tags/tag304.xml"/><Relationship Id="rId22" Type="http://schemas.openxmlformats.org/officeDocument/2006/relationships/tags" Target="../tags/tag303.xml"/><Relationship Id="rId21" Type="http://schemas.openxmlformats.org/officeDocument/2006/relationships/tags" Target="../tags/tag302.xml"/><Relationship Id="rId20" Type="http://schemas.openxmlformats.org/officeDocument/2006/relationships/tags" Target="../tags/tag301.xml"/><Relationship Id="rId2" Type="http://schemas.openxmlformats.org/officeDocument/2006/relationships/tags" Target="../tags/tag291.xml"/><Relationship Id="rId19" Type="http://schemas.openxmlformats.org/officeDocument/2006/relationships/image" Target="../media/image8.svg"/><Relationship Id="rId18" Type="http://schemas.openxmlformats.org/officeDocument/2006/relationships/image" Target="../media/image7.png"/><Relationship Id="rId17" Type="http://schemas.openxmlformats.org/officeDocument/2006/relationships/tags" Target="../tags/tag300.xml"/><Relationship Id="rId16" Type="http://schemas.openxmlformats.org/officeDocument/2006/relationships/tags" Target="../tags/tag299.xml"/><Relationship Id="rId15" Type="http://schemas.openxmlformats.org/officeDocument/2006/relationships/tags" Target="../tags/tag298.xml"/><Relationship Id="rId14" Type="http://schemas.openxmlformats.org/officeDocument/2006/relationships/image" Target="../media/image6.svg"/><Relationship Id="rId13" Type="http://schemas.openxmlformats.org/officeDocument/2006/relationships/image" Target="../media/image5.png"/><Relationship Id="rId12" Type="http://schemas.openxmlformats.org/officeDocument/2006/relationships/tags" Target="../tags/tag297.xml"/><Relationship Id="rId11" Type="http://schemas.openxmlformats.org/officeDocument/2006/relationships/image" Target="../media/image4.svg"/><Relationship Id="rId10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svg"/><Relationship Id="rId8" Type="http://schemas.openxmlformats.org/officeDocument/2006/relationships/image" Target="../media/image1.png"/><Relationship Id="rId7" Type="http://schemas.openxmlformats.org/officeDocument/2006/relationships/tags" Target="../tags/tag311.xml"/><Relationship Id="rId6" Type="http://schemas.openxmlformats.org/officeDocument/2006/relationships/tags" Target="../tags/tag310.xml"/><Relationship Id="rId5" Type="http://schemas.openxmlformats.org/officeDocument/2006/relationships/tags" Target="../tags/tag309.xml"/><Relationship Id="rId4" Type="http://schemas.openxmlformats.org/officeDocument/2006/relationships/tags" Target="../tags/tag308.xml"/><Relationship Id="rId3" Type="http://schemas.openxmlformats.org/officeDocument/2006/relationships/tags" Target="../tags/tag307.xml"/><Relationship Id="rId2" Type="http://schemas.openxmlformats.org/officeDocument/2006/relationships/tags" Target="../tags/tag306.xml"/><Relationship Id="rId17" Type="http://schemas.openxmlformats.org/officeDocument/2006/relationships/tags" Target="../tags/tag317.xml"/><Relationship Id="rId16" Type="http://schemas.openxmlformats.org/officeDocument/2006/relationships/tags" Target="../tags/tag316.xml"/><Relationship Id="rId15" Type="http://schemas.openxmlformats.org/officeDocument/2006/relationships/tags" Target="../tags/tag315.xml"/><Relationship Id="rId14" Type="http://schemas.openxmlformats.org/officeDocument/2006/relationships/tags" Target="../tags/tag314.xml"/><Relationship Id="rId13" Type="http://schemas.openxmlformats.org/officeDocument/2006/relationships/tags" Target="../tags/tag313.xml"/><Relationship Id="rId12" Type="http://schemas.openxmlformats.org/officeDocument/2006/relationships/image" Target="../media/image10.svg"/><Relationship Id="rId11" Type="http://schemas.openxmlformats.org/officeDocument/2006/relationships/image" Target="../media/image7.png"/><Relationship Id="rId10" Type="http://schemas.openxmlformats.org/officeDocument/2006/relationships/tags" Target="../tags/tag312.xml"/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9" Type="http://schemas.openxmlformats.org/officeDocument/2006/relationships/tags" Target="../tags/tag323.xml"/><Relationship Id="rId8" Type="http://schemas.openxmlformats.org/officeDocument/2006/relationships/tags" Target="../tags/tag322.xml"/><Relationship Id="rId7" Type="http://schemas.openxmlformats.org/officeDocument/2006/relationships/tags" Target="../tags/tag321.xml"/><Relationship Id="rId6" Type="http://schemas.openxmlformats.org/officeDocument/2006/relationships/tags" Target="../tags/tag320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3" Type="http://schemas.openxmlformats.org/officeDocument/2006/relationships/tags" Target="../tags/tag319.xml"/><Relationship Id="rId24" Type="http://schemas.openxmlformats.org/officeDocument/2006/relationships/tags" Target="../tags/tag332.xml"/><Relationship Id="rId23" Type="http://schemas.openxmlformats.org/officeDocument/2006/relationships/tags" Target="../tags/tag331.xml"/><Relationship Id="rId22" Type="http://schemas.openxmlformats.org/officeDocument/2006/relationships/tags" Target="../tags/tag330.xml"/><Relationship Id="rId21" Type="http://schemas.openxmlformats.org/officeDocument/2006/relationships/tags" Target="../tags/tag329.xml"/><Relationship Id="rId20" Type="http://schemas.openxmlformats.org/officeDocument/2006/relationships/tags" Target="../tags/tag328.xml"/><Relationship Id="rId2" Type="http://schemas.openxmlformats.org/officeDocument/2006/relationships/tags" Target="../tags/tag318.xml"/><Relationship Id="rId19" Type="http://schemas.openxmlformats.org/officeDocument/2006/relationships/image" Target="../media/image13.svg"/><Relationship Id="rId18" Type="http://schemas.openxmlformats.org/officeDocument/2006/relationships/image" Target="../media/image7.png"/><Relationship Id="rId17" Type="http://schemas.openxmlformats.org/officeDocument/2006/relationships/tags" Target="../tags/tag327.xml"/><Relationship Id="rId16" Type="http://schemas.openxmlformats.org/officeDocument/2006/relationships/tags" Target="../tags/tag326.xml"/><Relationship Id="rId15" Type="http://schemas.openxmlformats.org/officeDocument/2006/relationships/tags" Target="../tags/tag325.xml"/><Relationship Id="rId14" Type="http://schemas.openxmlformats.org/officeDocument/2006/relationships/image" Target="../media/image6.svg"/><Relationship Id="rId13" Type="http://schemas.openxmlformats.org/officeDocument/2006/relationships/image" Target="../media/image5.png"/><Relationship Id="rId12" Type="http://schemas.openxmlformats.org/officeDocument/2006/relationships/tags" Target="../tags/tag324.xml"/><Relationship Id="rId11" Type="http://schemas.openxmlformats.org/officeDocument/2006/relationships/image" Target="../media/image4.svg"/><Relationship Id="rId10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9" Type="http://schemas.openxmlformats.org/officeDocument/2006/relationships/tags" Target="../tags/tag340.xml"/><Relationship Id="rId8" Type="http://schemas.openxmlformats.org/officeDocument/2006/relationships/tags" Target="../tags/tag339.xml"/><Relationship Id="rId7" Type="http://schemas.openxmlformats.org/officeDocument/2006/relationships/tags" Target="../tags/tag338.xml"/><Relationship Id="rId6" Type="http://schemas.openxmlformats.org/officeDocument/2006/relationships/tags" Target="../tags/tag337.xml"/><Relationship Id="rId5" Type="http://schemas.openxmlformats.org/officeDocument/2006/relationships/tags" Target="../tags/tag336.xml"/><Relationship Id="rId4" Type="http://schemas.openxmlformats.org/officeDocument/2006/relationships/tags" Target="../tags/tag335.xml"/><Relationship Id="rId3" Type="http://schemas.openxmlformats.org/officeDocument/2006/relationships/tags" Target="../tags/tag334.xml"/><Relationship Id="rId2" Type="http://schemas.openxmlformats.org/officeDocument/2006/relationships/tags" Target="../tags/tag333.xml"/><Relationship Id="rId18" Type="http://schemas.openxmlformats.org/officeDocument/2006/relationships/tags" Target="../tags/tag349.xml"/><Relationship Id="rId17" Type="http://schemas.openxmlformats.org/officeDocument/2006/relationships/tags" Target="../tags/tag348.xml"/><Relationship Id="rId16" Type="http://schemas.openxmlformats.org/officeDocument/2006/relationships/tags" Target="../tags/tag347.xml"/><Relationship Id="rId15" Type="http://schemas.openxmlformats.org/officeDocument/2006/relationships/tags" Target="../tags/tag346.xml"/><Relationship Id="rId14" Type="http://schemas.openxmlformats.org/officeDocument/2006/relationships/tags" Target="../tags/tag345.xml"/><Relationship Id="rId13" Type="http://schemas.openxmlformats.org/officeDocument/2006/relationships/tags" Target="../tags/tag344.xml"/><Relationship Id="rId12" Type="http://schemas.openxmlformats.org/officeDocument/2006/relationships/tags" Target="../tags/tag343.xml"/><Relationship Id="rId11" Type="http://schemas.openxmlformats.org/officeDocument/2006/relationships/tags" Target="../tags/tag342.xml"/><Relationship Id="rId10" Type="http://schemas.openxmlformats.org/officeDocument/2006/relationships/tags" Target="../tags/tag341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184" y="1983597"/>
            <a:ext cx="10515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5230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184" y="1983597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039" y="516256"/>
            <a:ext cx="10515890" cy="1324340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039" y="1935192"/>
            <a:ext cx="5163349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8039" y="2818085"/>
            <a:ext cx="5163349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931" y="1935192"/>
            <a:ext cx="5186998" cy="827712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931" y="2818085"/>
            <a:ext cx="5186998" cy="352369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184" y="723122"/>
            <a:ext cx="4165349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1584" y="723123"/>
            <a:ext cx="6172200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8184" y="2323322"/>
            <a:ext cx="4165349" cy="3811588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884" y="523097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184" y="523097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838184" y="523097"/>
            <a:ext cx="10515600" cy="58118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8_2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7" name="装饰  6"/>
          <p:cNvSpPr>
            <a:spLocks noGrp="1"/>
          </p:cNvSpPr>
          <p:nvPr>
            <p:ph type="body" idx="16396" hasCustomPrompt="1"/>
            <p:custDataLst>
              <p:tags r:id="rId5"/>
            </p:custDataLst>
          </p:nvPr>
        </p:nvSpPr>
        <p:spPr>
          <a:xfrm>
            <a:off x="609600" y="1524000"/>
            <a:ext cx="1950720" cy="4724400"/>
          </a:xfrm>
          <a:custGeom>
            <a:avLst/>
            <a:gdLst>
              <a:gd name="connisteX0" fmla="*/ 0 w 1950720"/>
              <a:gd name="connsiteY0" fmla="*/ 203200 h 4724400"/>
              <a:gd name="connisteX1" fmla="*/ 203200 w 1950720"/>
              <a:gd name="connsiteY1" fmla="*/ 0 h 4724400"/>
              <a:gd name="connisteX2" fmla="*/ 1747520 w 1950720"/>
              <a:gd name="connsiteY2" fmla="*/ 0 h 4724400"/>
              <a:gd name="connisteX3" fmla="*/ 1950720 w 1950720"/>
              <a:gd name="connsiteY3" fmla="*/ 203200 h 4724400"/>
              <a:gd name="connisteX4" fmla="*/ 1950720 w 1950720"/>
              <a:gd name="connsiteY4" fmla="*/ 4521200 h 4724400"/>
              <a:gd name="connisteX5" fmla="*/ 1747520 w 1950720"/>
              <a:gd name="connsiteY5" fmla="*/ 4724400 h 4724400"/>
              <a:gd name="connisteX6" fmla="*/ 203200 w 1950720"/>
              <a:gd name="connsiteY6" fmla="*/ 4724400 h 4724400"/>
              <a:gd name="connisteX7" fmla="*/ 0 w 1950720"/>
              <a:gd name="connsiteY7" fmla="*/ 4521200 h 4724400"/>
              <a:gd name="connisteX8" fmla="*/ 0 w 195072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95072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747520" y="0"/>
                </a:lnTo>
                <a:cubicBezTo>
                  <a:pt x="1859744" y="0"/>
                  <a:pt x="1950720" y="90976"/>
                  <a:pt x="1950720" y="203200"/>
                </a:cubicBezTo>
                <a:lnTo>
                  <a:pt x="1950720" y="4521200"/>
                </a:lnTo>
                <a:cubicBezTo>
                  <a:pt x="1950720" y="4633424"/>
                  <a:pt x="1859744" y="4724400"/>
                  <a:pt x="174752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图片占位符 7"/>
          <p:cNvSpPr>
            <a:spLocks noGrp="1"/>
          </p:cNvSpPr>
          <p:nvPr>
            <p:ph type="pic" idx="16397" hasCustomPrompt="1"/>
            <p:custDataLst>
              <p:tags r:id="rId6"/>
            </p:custDataLst>
          </p:nvPr>
        </p:nvSpPr>
        <p:spPr>
          <a:xfrm>
            <a:off x="812800" y="1727200"/>
            <a:ext cx="1544320" cy="18288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812800" y="3759200"/>
            <a:ext cx="154432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812800" y="4216400"/>
            <a:ext cx="154432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8" hasCustomPrompt="1"/>
            <p:custDataLst>
              <p:tags r:id="rId9"/>
            </p:custDataLst>
          </p:nvPr>
        </p:nvSpPr>
        <p:spPr>
          <a:xfrm>
            <a:off x="2865120" y="1524000"/>
            <a:ext cx="1950720" cy="4724400"/>
          </a:xfrm>
          <a:custGeom>
            <a:avLst/>
            <a:gdLst>
              <a:gd name="connisteX0" fmla="*/ 0 w 1950720"/>
              <a:gd name="connsiteY0" fmla="*/ 203200 h 4724400"/>
              <a:gd name="connisteX1" fmla="*/ 203200 w 1950720"/>
              <a:gd name="connsiteY1" fmla="*/ 0 h 4724400"/>
              <a:gd name="connisteX2" fmla="*/ 1747520 w 1950720"/>
              <a:gd name="connsiteY2" fmla="*/ 0 h 4724400"/>
              <a:gd name="connisteX3" fmla="*/ 1950720 w 1950720"/>
              <a:gd name="connsiteY3" fmla="*/ 203200 h 4724400"/>
              <a:gd name="connisteX4" fmla="*/ 1950720 w 1950720"/>
              <a:gd name="connsiteY4" fmla="*/ 4521200 h 4724400"/>
              <a:gd name="connisteX5" fmla="*/ 1747520 w 1950720"/>
              <a:gd name="connsiteY5" fmla="*/ 4724400 h 4724400"/>
              <a:gd name="connisteX6" fmla="*/ 203200 w 1950720"/>
              <a:gd name="connsiteY6" fmla="*/ 4724400 h 4724400"/>
              <a:gd name="connisteX7" fmla="*/ 0 w 1950720"/>
              <a:gd name="connsiteY7" fmla="*/ 4521200 h 4724400"/>
              <a:gd name="connisteX8" fmla="*/ 0 w 195072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95072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747520" y="0"/>
                </a:lnTo>
                <a:cubicBezTo>
                  <a:pt x="1859744" y="0"/>
                  <a:pt x="1950720" y="90976"/>
                  <a:pt x="1950720" y="203200"/>
                </a:cubicBezTo>
                <a:lnTo>
                  <a:pt x="1950720" y="4521200"/>
                </a:lnTo>
                <a:cubicBezTo>
                  <a:pt x="1950720" y="4633424"/>
                  <a:pt x="1859744" y="4724400"/>
                  <a:pt x="174752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图片占位符 15"/>
          <p:cNvSpPr>
            <a:spLocks noGrp="1"/>
          </p:cNvSpPr>
          <p:nvPr>
            <p:ph type="pic" idx="16399" hasCustomPrompt="1"/>
            <p:custDataLst>
              <p:tags r:id="rId10"/>
            </p:custDataLst>
          </p:nvPr>
        </p:nvSpPr>
        <p:spPr>
          <a:xfrm>
            <a:off x="3068320" y="1727200"/>
            <a:ext cx="1544320" cy="18288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3068320" y="3759200"/>
            <a:ext cx="154432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3068320" y="4216400"/>
            <a:ext cx="154432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400" hasCustomPrompt="1"/>
            <p:custDataLst>
              <p:tags r:id="rId13"/>
            </p:custDataLst>
          </p:nvPr>
        </p:nvSpPr>
        <p:spPr>
          <a:xfrm>
            <a:off x="5120640" y="1524000"/>
            <a:ext cx="1950720" cy="4724400"/>
          </a:xfrm>
          <a:custGeom>
            <a:avLst/>
            <a:gdLst>
              <a:gd name="connisteX0" fmla="*/ 0 w 1950720"/>
              <a:gd name="connsiteY0" fmla="*/ 203200 h 4724400"/>
              <a:gd name="connisteX1" fmla="*/ 203200 w 1950720"/>
              <a:gd name="connsiteY1" fmla="*/ 0 h 4724400"/>
              <a:gd name="connisteX2" fmla="*/ 1747520 w 1950720"/>
              <a:gd name="connsiteY2" fmla="*/ 0 h 4724400"/>
              <a:gd name="connisteX3" fmla="*/ 1950720 w 1950720"/>
              <a:gd name="connsiteY3" fmla="*/ 203200 h 4724400"/>
              <a:gd name="connisteX4" fmla="*/ 1950720 w 1950720"/>
              <a:gd name="connsiteY4" fmla="*/ 4521200 h 4724400"/>
              <a:gd name="connisteX5" fmla="*/ 1747520 w 1950720"/>
              <a:gd name="connsiteY5" fmla="*/ 4724400 h 4724400"/>
              <a:gd name="connisteX6" fmla="*/ 203200 w 1950720"/>
              <a:gd name="connsiteY6" fmla="*/ 4724400 h 4724400"/>
              <a:gd name="connisteX7" fmla="*/ 0 w 1950720"/>
              <a:gd name="connsiteY7" fmla="*/ 4521200 h 4724400"/>
              <a:gd name="connisteX8" fmla="*/ 0 w 195072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95072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747520" y="0"/>
                </a:lnTo>
                <a:cubicBezTo>
                  <a:pt x="1859744" y="0"/>
                  <a:pt x="1950720" y="90976"/>
                  <a:pt x="1950720" y="203200"/>
                </a:cubicBezTo>
                <a:lnTo>
                  <a:pt x="1950720" y="4521200"/>
                </a:lnTo>
                <a:cubicBezTo>
                  <a:pt x="1950720" y="4633424"/>
                  <a:pt x="1859744" y="4724400"/>
                  <a:pt x="174752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图片占位符 19"/>
          <p:cNvSpPr>
            <a:spLocks noGrp="1"/>
          </p:cNvSpPr>
          <p:nvPr>
            <p:ph type="pic" idx="16401" hasCustomPrompt="1"/>
            <p:custDataLst>
              <p:tags r:id="rId14"/>
            </p:custDataLst>
          </p:nvPr>
        </p:nvSpPr>
        <p:spPr>
          <a:xfrm>
            <a:off x="5323840" y="1727200"/>
            <a:ext cx="1544320" cy="18288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0" hasCustomPrompt="1"/>
            <p:custDataLst>
              <p:tags r:id="rId15"/>
            </p:custDataLst>
          </p:nvPr>
        </p:nvSpPr>
        <p:spPr>
          <a:xfrm>
            <a:off x="5323840" y="3759200"/>
            <a:ext cx="154432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1" hasCustomPrompt="1"/>
            <p:custDataLst>
              <p:tags r:id="rId16"/>
            </p:custDataLst>
          </p:nvPr>
        </p:nvSpPr>
        <p:spPr>
          <a:xfrm>
            <a:off x="5323840" y="4216400"/>
            <a:ext cx="154432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2" hasCustomPrompt="1"/>
            <p:custDataLst>
              <p:tags r:id="rId17"/>
            </p:custDataLst>
          </p:nvPr>
        </p:nvSpPr>
        <p:spPr>
          <a:xfrm>
            <a:off x="7376160" y="1524000"/>
            <a:ext cx="1950720" cy="4724400"/>
          </a:xfrm>
          <a:custGeom>
            <a:avLst/>
            <a:gdLst>
              <a:gd name="connisteX0" fmla="*/ 0 w 1950720"/>
              <a:gd name="connsiteY0" fmla="*/ 203200 h 4724400"/>
              <a:gd name="connisteX1" fmla="*/ 203200 w 1950720"/>
              <a:gd name="connsiteY1" fmla="*/ 0 h 4724400"/>
              <a:gd name="connisteX2" fmla="*/ 1747520 w 1950720"/>
              <a:gd name="connsiteY2" fmla="*/ 0 h 4724400"/>
              <a:gd name="connisteX3" fmla="*/ 1950720 w 1950720"/>
              <a:gd name="connsiteY3" fmla="*/ 203200 h 4724400"/>
              <a:gd name="connisteX4" fmla="*/ 1950720 w 1950720"/>
              <a:gd name="connsiteY4" fmla="*/ 4521200 h 4724400"/>
              <a:gd name="connisteX5" fmla="*/ 1747520 w 1950720"/>
              <a:gd name="connsiteY5" fmla="*/ 4724400 h 4724400"/>
              <a:gd name="connisteX6" fmla="*/ 203200 w 1950720"/>
              <a:gd name="connsiteY6" fmla="*/ 4724400 h 4724400"/>
              <a:gd name="connisteX7" fmla="*/ 0 w 1950720"/>
              <a:gd name="connsiteY7" fmla="*/ 4521200 h 4724400"/>
              <a:gd name="connisteX8" fmla="*/ 0 w 195072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95072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747520" y="0"/>
                </a:lnTo>
                <a:cubicBezTo>
                  <a:pt x="1859744" y="0"/>
                  <a:pt x="1950720" y="90976"/>
                  <a:pt x="1950720" y="203200"/>
                </a:cubicBezTo>
                <a:lnTo>
                  <a:pt x="1950720" y="4521200"/>
                </a:lnTo>
                <a:cubicBezTo>
                  <a:pt x="1950720" y="4633424"/>
                  <a:pt x="1859744" y="4724400"/>
                  <a:pt x="174752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图片占位符 23"/>
          <p:cNvSpPr>
            <a:spLocks noGrp="1"/>
          </p:cNvSpPr>
          <p:nvPr>
            <p:ph type="pic" idx="16403" hasCustomPrompt="1"/>
            <p:custDataLst>
              <p:tags r:id="rId18"/>
            </p:custDataLst>
          </p:nvPr>
        </p:nvSpPr>
        <p:spPr>
          <a:xfrm>
            <a:off x="7579360" y="1727200"/>
            <a:ext cx="1544320" cy="18288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2" hasCustomPrompt="1"/>
            <p:custDataLst>
              <p:tags r:id="rId19"/>
            </p:custDataLst>
          </p:nvPr>
        </p:nvSpPr>
        <p:spPr>
          <a:xfrm>
            <a:off x="7579360" y="3759200"/>
            <a:ext cx="154432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3" hasCustomPrompt="1"/>
            <p:custDataLst>
              <p:tags r:id="rId20"/>
            </p:custDataLst>
          </p:nvPr>
        </p:nvSpPr>
        <p:spPr>
          <a:xfrm>
            <a:off x="7579360" y="4216400"/>
            <a:ext cx="154432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7" name="装饰  6"/>
          <p:cNvSpPr>
            <a:spLocks noGrp="1"/>
          </p:cNvSpPr>
          <p:nvPr>
            <p:ph type="body" idx="16404" hasCustomPrompt="1"/>
            <p:custDataLst>
              <p:tags r:id="rId21"/>
            </p:custDataLst>
          </p:nvPr>
        </p:nvSpPr>
        <p:spPr>
          <a:xfrm>
            <a:off x="9631680" y="1524000"/>
            <a:ext cx="1950720" cy="4724400"/>
          </a:xfrm>
          <a:custGeom>
            <a:avLst/>
            <a:gdLst>
              <a:gd name="connisteX0" fmla="*/ 0 w 1950720"/>
              <a:gd name="connsiteY0" fmla="*/ 203200 h 4724400"/>
              <a:gd name="connisteX1" fmla="*/ 203200 w 1950720"/>
              <a:gd name="connsiteY1" fmla="*/ 0 h 4724400"/>
              <a:gd name="connisteX2" fmla="*/ 1747520 w 1950720"/>
              <a:gd name="connsiteY2" fmla="*/ 0 h 4724400"/>
              <a:gd name="connisteX3" fmla="*/ 1950720 w 1950720"/>
              <a:gd name="connsiteY3" fmla="*/ 203200 h 4724400"/>
              <a:gd name="connisteX4" fmla="*/ 1950720 w 1950720"/>
              <a:gd name="connsiteY4" fmla="*/ 4521200 h 4724400"/>
              <a:gd name="connisteX5" fmla="*/ 1747520 w 1950720"/>
              <a:gd name="connsiteY5" fmla="*/ 4724400 h 4724400"/>
              <a:gd name="connisteX6" fmla="*/ 203200 w 1950720"/>
              <a:gd name="connsiteY6" fmla="*/ 4724400 h 4724400"/>
              <a:gd name="connisteX7" fmla="*/ 0 w 1950720"/>
              <a:gd name="connsiteY7" fmla="*/ 4521200 h 4724400"/>
              <a:gd name="connisteX8" fmla="*/ 0 w 195072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95072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747520" y="0"/>
                </a:lnTo>
                <a:cubicBezTo>
                  <a:pt x="1859744" y="0"/>
                  <a:pt x="1950720" y="90976"/>
                  <a:pt x="1950720" y="203200"/>
                </a:cubicBezTo>
                <a:lnTo>
                  <a:pt x="1950720" y="4521200"/>
                </a:lnTo>
                <a:cubicBezTo>
                  <a:pt x="1950720" y="4633424"/>
                  <a:pt x="1859744" y="4724400"/>
                  <a:pt x="174752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 marL="0" indent="0">
              <a:buNone/>
              <a:defRPr/>
            </a:lvl5pPr>
          </a:lstStyle>
          <a:p>
            <a:pPr lvl="4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8" name="图片占位符 27"/>
          <p:cNvSpPr>
            <a:spLocks noGrp="1"/>
          </p:cNvSpPr>
          <p:nvPr>
            <p:ph type="pic" idx="16405" hasCustomPrompt="1"/>
            <p:custDataLst>
              <p:tags r:id="rId22"/>
            </p:custDataLst>
          </p:nvPr>
        </p:nvSpPr>
        <p:spPr>
          <a:xfrm>
            <a:off x="9834880" y="1727200"/>
            <a:ext cx="1544320" cy="18288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9" name="文本占位符 28"/>
          <p:cNvSpPr>
            <a:spLocks noGrp="1"/>
          </p:cNvSpPr>
          <p:nvPr>
            <p:ph type="body" idx="16394" hasCustomPrompt="1"/>
            <p:custDataLst>
              <p:tags r:id="rId23"/>
            </p:custDataLst>
          </p:nvPr>
        </p:nvSpPr>
        <p:spPr>
          <a:xfrm>
            <a:off x="9834880" y="3759200"/>
            <a:ext cx="154432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buNone/>
              <a:defRPr sz="24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30" name="文本占位符 29"/>
          <p:cNvSpPr>
            <a:spLocks noGrp="1"/>
          </p:cNvSpPr>
          <p:nvPr>
            <p:ph type="body" idx="16395" hasCustomPrompt="1"/>
            <p:custDataLst>
              <p:tags r:id="rId24"/>
            </p:custDataLst>
          </p:nvPr>
        </p:nvSpPr>
        <p:spPr>
          <a:xfrm>
            <a:off x="9834880" y="4216400"/>
            <a:ext cx="154432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buNone/>
              <a:defRPr sz="1600" b="0" spc="0">
                <a:solidFill>
                  <a:schemeClr val="tx1"/>
                </a:solidFill>
              </a:defRPr>
            </a:lvl1pPr>
            <a:lvl5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/>
            </a:lvl5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4_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88" hasCustomPrompt="1"/>
            <p:custDataLst>
              <p:tags r:id="rId5"/>
            </p:custDataLst>
          </p:nvPr>
        </p:nvSpPr>
        <p:spPr>
          <a:xfrm>
            <a:off x="609600" y="2336800"/>
            <a:ext cx="10972800" cy="3098800"/>
          </a:xfrm>
          <a:custGeom>
            <a:avLst/>
            <a:gdLst>
              <a:gd name="connisteX0" fmla="*/ 0 w 10972800"/>
              <a:gd name="connsiteY0" fmla="*/ 203200 h 3098800"/>
              <a:gd name="connisteX1" fmla="*/ 203200 w 10972800"/>
              <a:gd name="connsiteY1" fmla="*/ 0 h 3098800"/>
              <a:gd name="connisteX2" fmla="*/ 10769600 w 10972800"/>
              <a:gd name="connsiteY2" fmla="*/ 0 h 3098800"/>
              <a:gd name="connisteX3" fmla="*/ 10972800 w 10972800"/>
              <a:gd name="connsiteY3" fmla="*/ 203200 h 3098800"/>
              <a:gd name="connisteX4" fmla="*/ 10972800 w 10972800"/>
              <a:gd name="connsiteY4" fmla="*/ 2895600 h 3098800"/>
              <a:gd name="connisteX5" fmla="*/ 10769600 w 10972800"/>
              <a:gd name="connsiteY5" fmla="*/ 3098800 h 3098800"/>
              <a:gd name="connisteX6" fmla="*/ 203200 w 10972800"/>
              <a:gd name="connsiteY6" fmla="*/ 3098800 h 3098800"/>
              <a:gd name="connisteX7" fmla="*/ 0 w 10972800"/>
              <a:gd name="connsiteY7" fmla="*/ 2895600 h 3098800"/>
              <a:gd name="connisteX8" fmla="*/ 0 w 10972800"/>
              <a:gd name="connsiteY8" fmla="*/ 203200 h 309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09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895600"/>
                </a:lnTo>
                <a:cubicBezTo>
                  <a:pt x="10972800" y="3007824"/>
                  <a:pt x="10881824" y="3098800"/>
                  <a:pt x="10769600" y="3098800"/>
                </a:cubicBezTo>
                <a:lnTo>
                  <a:pt x="203200" y="3098800"/>
                </a:lnTo>
                <a:cubicBezTo>
                  <a:pt x="90976" y="3098800"/>
                  <a:pt x="0" y="3007824"/>
                  <a:pt x="0" y="2895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914400" y="3302000"/>
            <a:ext cx="10363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914400" y="3860800"/>
            <a:ext cx="10363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3_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t>单击此处添加标题</a:t>
            </a:r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609600" y="2336800"/>
            <a:ext cx="1097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609600" y="2895600"/>
            <a:ext cx="10972800" cy="2540000"/>
          </a:xfrm>
          <a:custGeom>
            <a:avLst/>
            <a:gdLst>
              <a:gd name="connisteX0" fmla="*/ 0 w 10972800"/>
              <a:gd name="connsiteY0" fmla="*/ 203200 h 2540000"/>
              <a:gd name="connisteX1" fmla="*/ 203200 w 10972800"/>
              <a:gd name="connsiteY1" fmla="*/ 0 h 2540000"/>
              <a:gd name="connisteX2" fmla="*/ 10769600 w 10972800"/>
              <a:gd name="connsiteY2" fmla="*/ 0 h 2540000"/>
              <a:gd name="connisteX3" fmla="*/ 10972800 w 10972800"/>
              <a:gd name="connsiteY3" fmla="*/ 203200 h 2540000"/>
              <a:gd name="connisteX4" fmla="*/ 10972800 w 10972800"/>
              <a:gd name="connsiteY4" fmla="*/ 2336800 h 2540000"/>
              <a:gd name="connisteX5" fmla="*/ 10769600 w 10972800"/>
              <a:gd name="connsiteY5" fmla="*/ 2540000 h 2540000"/>
              <a:gd name="connisteX6" fmla="*/ 203200 w 10972800"/>
              <a:gd name="connsiteY6" fmla="*/ 2540000 h 2540000"/>
              <a:gd name="connisteX7" fmla="*/ 0 w 10972800"/>
              <a:gd name="connsiteY7" fmla="*/ 2336800 h 2540000"/>
              <a:gd name="connisteX8" fmla="*/ 0 w 10972800"/>
              <a:gd name="connsiteY8" fmla="*/ 203200 h 2540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540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336800"/>
                </a:lnTo>
                <a:cubicBezTo>
                  <a:pt x="10972800" y="2449024"/>
                  <a:pt x="10881824" y="2540000"/>
                  <a:pt x="10769600" y="2540000"/>
                </a:cubicBezTo>
                <a:lnTo>
                  <a:pt x="203200" y="2540000"/>
                </a:lnTo>
                <a:cubicBezTo>
                  <a:pt x="90976" y="2540000"/>
                  <a:pt x="0" y="2449024"/>
                  <a:pt x="0" y="23368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914400" y="3860800"/>
            <a:ext cx="103632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2_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88" hasCustomPrompt="1"/>
            <p:custDataLst>
              <p:tags r:id="rId5"/>
            </p:custDataLst>
          </p:nvPr>
        </p:nvSpPr>
        <p:spPr>
          <a:xfrm>
            <a:off x="609600" y="1524000"/>
            <a:ext cx="5486400" cy="4724400"/>
          </a:xfrm>
          <a:custGeom>
            <a:avLst/>
            <a:gdLst>
              <a:gd name="connisteX0" fmla="*/ 0 w 5486400"/>
              <a:gd name="connsiteY0" fmla="*/ 203200 h 4724400"/>
              <a:gd name="connisteX1" fmla="*/ 203200 w 5486400"/>
              <a:gd name="connsiteY1" fmla="*/ 0 h 4724400"/>
              <a:gd name="connisteX2" fmla="*/ 5283200 w 5486400"/>
              <a:gd name="connsiteY2" fmla="*/ 0 h 4724400"/>
              <a:gd name="connisteX3" fmla="*/ 5486400 w 5486400"/>
              <a:gd name="connsiteY3" fmla="*/ 203200 h 4724400"/>
              <a:gd name="connisteX4" fmla="*/ 5486400 w 5486400"/>
              <a:gd name="connsiteY4" fmla="*/ 4521200 h 4724400"/>
              <a:gd name="connisteX5" fmla="*/ 5283200 w 5486400"/>
              <a:gd name="connsiteY5" fmla="*/ 4724400 h 4724400"/>
              <a:gd name="connisteX6" fmla="*/ 203200 w 5486400"/>
              <a:gd name="connsiteY6" fmla="*/ 4724400 h 4724400"/>
              <a:gd name="connisteX7" fmla="*/ 0 w 5486400"/>
              <a:gd name="connsiteY7" fmla="*/ 4521200 h 4724400"/>
              <a:gd name="connisteX8" fmla="*/ 0 w 5486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4521200"/>
                </a:lnTo>
                <a:cubicBezTo>
                  <a:pt x="5486400" y="4633424"/>
                  <a:pt x="5395424" y="4724400"/>
                  <a:pt x="5283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553200" y="29972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6553200" y="3556000"/>
            <a:ext cx="5029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1_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88" hasCustomPrompt="1"/>
            <p:custDataLst>
              <p:tags r:id="rId5"/>
            </p:custDataLst>
          </p:nvPr>
        </p:nvSpPr>
        <p:spPr>
          <a:xfrm>
            <a:off x="4648200" y="1524000"/>
            <a:ext cx="6934200" cy="4724400"/>
          </a:xfrm>
          <a:custGeom>
            <a:avLst/>
            <a:gdLst>
              <a:gd name="connisteX0" fmla="*/ 0 w 6934200"/>
              <a:gd name="connsiteY0" fmla="*/ 0 h 4724400"/>
              <a:gd name="connisteX1" fmla="*/ 6731000 w 6934200"/>
              <a:gd name="connsiteY1" fmla="*/ 0 h 4724400"/>
              <a:gd name="connisteX2" fmla="*/ 6934200 w 6934200"/>
              <a:gd name="connsiteY2" fmla="*/ 203200 h 4724400"/>
              <a:gd name="connisteX3" fmla="*/ 6934200 w 6934200"/>
              <a:gd name="connsiteY3" fmla="*/ 4521200 h 4724400"/>
              <a:gd name="connisteX4" fmla="*/ 6731000 w 6934200"/>
              <a:gd name="connsiteY4" fmla="*/ 4724400 h 4724400"/>
              <a:gd name="connisteX5" fmla="*/ 0 w 6934200"/>
              <a:gd name="connsiteY5" fmla="*/ 4724400 h 4724400"/>
              <a:gd name="connisteX6" fmla="*/ 0 w 69342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6934200" h="4724400">
                <a:moveTo>
                  <a:pt x="0" y="0"/>
                </a:moveTo>
                <a:lnTo>
                  <a:pt x="6731000" y="0"/>
                </a:lnTo>
                <a:cubicBezTo>
                  <a:pt x="6843224" y="0"/>
                  <a:pt x="6934200" y="90976"/>
                  <a:pt x="6934200" y="203200"/>
                </a:cubicBezTo>
                <a:lnTo>
                  <a:pt x="6934200" y="4521200"/>
                </a:lnTo>
                <a:cubicBezTo>
                  <a:pt x="6934200" y="4633424"/>
                  <a:pt x="6843224" y="4724400"/>
                  <a:pt x="67310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609600" y="1524000"/>
            <a:ext cx="4038600" cy="4724400"/>
          </a:xfrm>
          <a:custGeom>
            <a:avLst/>
            <a:gdLst>
              <a:gd name="connisteX0" fmla="*/ 0 w 4038600"/>
              <a:gd name="connsiteY0" fmla="*/ 203200 h 4724400"/>
              <a:gd name="connisteX1" fmla="*/ 203200 w 4038600"/>
              <a:gd name="connsiteY1" fmla="*/ 0 h 4724400"/>
              <a:gd name="connisteX2" fmla="*/ 4038600 w 4038600"/>
              <a:gd name="connsiteY2" fmla="*/ 0 h 4724400"/>
              <a:gd name="connisteX3" fmla="*/ 4038600 w 4038600"/>
              <a:gd name="connsiteY3" fmla="*/ 4724400 h 4724400"/>
              <a:gd name="connisteX4" fmla="*/ 203200 w 4038600"/>
              <a:gd name="connsiteY4" fmla="*/ 4724400 h 4724400"/>
              <a:gd name="connisteX5" fmla="*/ 0 w 4038600"/>
              <a:gd name="connsiteY5" fmla="*/ 4521200 h 4724400"/>
              <a:gd name="connisteX6" fmla="*/ 0 w 40386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0386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4038600" y="0"/>
                </a:lnTo>
                <a:lnTo>
                  <a:pt x="40386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1066800" y="2692400"/>
            <a:ext cx="312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1066800" y="3251200"/>
            <a:ext cx="31242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3_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43942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88" hasCustomPrompt="1"/>
            <p:custDataLst>
              <p:tags r:id="rId5"/>
            </p:custDataLst>
          </p:nvPr>
        </p:nvSpPr>
        <p:spPr>
          <a:xfrm>
            <a:off x="609600" y="609600"/>
            <a:ext cx="10972800" cy="3251200"/>
          </a:xfrm>
          <a:custGeom>
            <a:avLst/>
            <a:gdLst>
              <a:gd name="connisteX0" fmla="*/ 0 w 10972800"/>
              <a:gd name="connsiteY0" fmla="*/ 203200 h 3251200"/>
              <a:gd name="connisteX1" fmla="*/ 203200 w 10972800"/>
              <a:gd name="connsiteY1" fmla="*/ 0 h 3251200"/>
              <a:gd name="connisteX2" fmla="*/ 10769600 w 10972800"/>
              <a:gd name="connsiteY2" fmla="*/ 0 h 3251200"/>
              <a:gd name="connisteX3" fmla="*/ 10972800 w 10972800"/>
              <a:gd name="connsiteY3" fmla="*/ 203200 h 3251200"/>
              <a:gd name="connisteX4" fmla="*/ 10972800 w 10972800"/>
              <a:gd name="connsiteY4" fmla="*/ 3048000 h 3251200"/>
              <a:gd name="connisteX5" fmla="*/ 10769600 w 10972800"/>
              <a:gd name="connsiteY5" fmla="*/ 3251200 h 3251200"/>
              <a:gd name="connisteX6" fmla="*/ 203200 w 10972800"/>
              <a:gd name="connsiteY6" fmla="*/ 3251200 h 3251200"/>
              <a:gd name="connisteX7" fmla="*/ 0 w 10972800"/>
              <a:gd name="connsiteY7" fmla="*/ 3048000 h 3251200"/>
              <a:gd name="connisteX8" fmla="*/ 0 w 10972800"/>
              <a:gd name="connsiteY8" fmla="*/ 203200 h 3251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251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3048000"/>
                </a:lnTo>
                <a:cubicBezTo>
                  <a:pt x="10972800" y="3160224"/>
                  <a:pt x="10881824" y="3251200"/>
                  <a:pt x="10769600" y="3251200"/>
                </a:cubicBezTo>
                <a:lnTo>
                  <a:pt x="203200" y="3251200"/>
                </a:lnTo>
                <a:cubicBezTo>
                  <a:pt x="90976" y="3251200"/>
                  <a:pt x="0" y="3160224"/>
                  <a:pt x="0" y="3048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4648200" y="4470400"/>
            <a:ext cx="693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4648200" y="5029200"/>
            <a:ext cx="6934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0_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88" hasCustomPrompt="1"/>
            <p:custDataLst>
              <p:tags r:id="rId5"/>
            </p:custDataLst>
          </p:nvPr>
        </p:nvSpPr>
        <p:spPr>
          <a:xfrm>
            <a:off x="609600" y="1524000"/>
            <a:ext cx="6934200" cy="4724400"/>
          </a:xfrm>
          <a:custGeom>
            <a:avLst/>
            <a:gdLst>
              <a:gd name="connisteX0" fmla="*/ 0 w 6934200"/>
              <a:gd name="connsiteY0" fmla="*/ 203200 h 4724400"/>
              <a:gd name="connisteX1" fmla="*/ 203200 w 6934200"/>
              <a:gd name="connsiteY1" fmla="*/ 0 h 4724400"/>
              <a:gd name="connisteX2" fmla="*/ 6934200 w 6934200"/>
              <a:gd name="connsiteY2" fmla="*/ 0 h 4724400"/>
              <a:gd name="connisteX3" fmla="*/ 6934200 w 6934200"/>
              <a:gd name="connsiteY3" fmla="*/ 4724400 h 4724400"/>
              <a:gd name="connisteX4" fmla="*/ 203200 w 6934200"/>
              <a:gd name="connsiteY4" fmla="*/ 4724400 h 4724400"/>
              <a:gd name="connisteX5" fmla="*/ 0 w 6934200"/>
              <a:gd name="connsiteY5" fmla="*/ 4521200 h 4724400"/>
              <a:gd name="connisteX6" fmla="*/ 0 w 6934200"/>
              <a:gd name="connsiteY6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69342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6934200" y="0"/>
                </a:lnTo>
                <a:lnTo>
                  <a:pt x="6934200" y="4724400"/>
                </a:ln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7543800" y="1524000"/>
            <a:ext cx="4038600" cy="4724400"/>
          </a:xfrm>
          <a:custGeom>
            <a:avLst/>
            <a:gdLst>
              <a:gd name="connisteX0" fmla="*/ 0 w 4038600"/>
              <a:gd name="connsiteY0" fmla="*/ 0 h 4724400"/>
              <a:gd name="connisteX1" fmla="*/ 3835400 w 4038600"/>
              <a:gd name="connsiteY1" fmla="*/ 0 h 4724400"/>
              <a:gd name="connisteX2" fmla="*/ 4038600 w 4038600"/>
              <a:gd name="connsiteY2" fmla="*/ 203200 h 4724400"/>
              <a:gd name="connisteX3" fmla="*/ 4038600 w 4038600"/>
              <a:gd name="connsiteY3" fmla="*/ 4521200 h 4724400"/>
              <a:gd name="connisteX4" fmla="*/ 3835400 w 4038600"/>
              <a:gd name="connsiteY4" fmla="*/ 4724400 h 4724400"/>
              <a:gd name="connisteX5" fmla="*/ 0 w 4038600"/>
              <a:gd name="connsiteY5" fmla="*/ 4724400 h 4724400"/>
              <a:gd name="connisteX6" fmla="*/ 0 w 4038600"/>
              <a:gd name="connsiteY6" fmla="*/ 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4038600" h="4724400">
                <a:moveTo>
                  <a:pt x="0" y="0"/>
                </a:move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4521200"/>
                </a:lnTo>
                <a:cubicBezTo>
                  <a:pt x="4038600" y="4633424"/>
                  <a:pt x="3947624" y="4724400"/>
                  <a:pt x="3835400" y="4724400"/>
                </a:cubicBezTo>
                <a:lnTo>
                  <a:pt x="0" y="47244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8001000" y="2997200"/>
            <a:ext cx="3124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8001000" y="3556000"/>
            <a:ext cx="3124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7_3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8" hasCustomPrompt="1"/>
            <p:custDataLst>
              <p:tags r:id="rId5"/>
            </p:custDataLst>
          </p:nvPr>
        </p:nvSpPr>
        <p:spPr>
          <a:xfrm>
            <a:off x="609600" y="22860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781050" y="24892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1574800" y="22860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1574800" y="2743200"/>
            <a:ext cx="4292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9" hasCustomPrompt="1"/>
            <p:custDataLst>
              <p:tags r:id="rId9"/>
            </p:custDataLst>
          </p:nvPr>
        </p:nvSpPr>
        <p:spPr>
          <a:xfrm>
            <a:off x="6324600" y="22860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6496050" y="24892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7289800" y="22860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0" hasCustomPrompt="1"/>
            <p:custDataLst>
              <p:tags r:id="rId12"/>
            </p:custDataLst>
          </p:nvPr>
        </p:nvSpPr>
        <p:spPr>
          <a:xfrm>
            <a:off x="7289800" y="2743200"/>
            <a:ext cx="4292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400" hasCustomPrompt="1"/>
            <p:custDataLst>
              <p:tags r:id="rId13"/>
            </p:custDataLst>
          </p:nvPr>
        </p:nvSpPr>
        <p:spPr>
          <a:xfrm>
            <a:off x="609600" y="41148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4" hasCustomPrompt="1"/>
            <p:custDataLst>
              <p:tags r:id="rId14"/>
            </p:custDataLst>
          </p:nvPr>
        </p:nvSpPr>
        <p:spPr>
          <a:xfrm>
            <a:off x="781050" y="43180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2" hasCustomPrompt="1"/>
            <p:custDataLst>
              <p:tags r:id="rId15"/>
            </p:custDataLst>
          </p:nvPr>
        </p:nvSpPr>
        <p:spPr>
          <a:xfrm>
            <a:off x="1574800" y="41148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3" hasCustomPrompt="1"/>
            <p:custDataLst>
              <p:tags r:id="rId16"/>
            </p:custDataLst>
          </p:nvPr>
        </p:nvSpPr>
        <p:spPr>
          <a:xfrm>
            <a:off x="1574800" y="4572000"/>
            <a:ext cx="4292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1" hasCustomPrompt="1"/>
            <p:custDataLst>
              <p:tags r:id="rId17"/>
            </p:custDataLst>
          </p:nvPr>
        </p:nvSpPr>
        <p:spPr>
          <a:xfrm>
            <a:off x="6324600" y="4114800"/>
            <a:ext cx="762000" cy="762000"/>
          </a:xfrm>
          <a:custGeom>
            <a:avLst/>
            <a:gdLst>
              <a:gd name="connisteX0" fmla="*/ 0 w 762000"/>
              <a:gd name="connsiteY0" fmla="*/ 203200 h 762000"/>
              <a:gd name="connisteX1" fmla="*/ 203200 w 762000"/>
              <a:gd name="connsiteY1" fmla="*/ 0 h 762000"/>
              <a:gd name="connisteX2" fmla="*/ 558800 w 762000"/>
              <a:gd name="connsiteY2" fmla="*/ 0 h 762000"/>
              <a:gd name="connisteX3" fmla="*/ 762000 w 762000"/>
              <a:gd name="connsiteY3" fmla="*/ 203200 h 762000"/>
              <a:gd name="connisteX4" fmla="*/ 762000 w 762000"/>
              <a:gd name="connsiteY4" fmla="*/ 558800 h 762000"/>
              <a:gd name="connisteX5" fmla="*/ 558800 w 762000"/>
              <a:gd name="connsiteY5" fmla="*/ 762000 h 762000"/>
              <a:gd name="connisteX6" fmla="*/ 203200 w 762000"/>
              <a:gd name="connsiteY6" fmla="*/ 762000 h 762000"/>
              <a:gd name="connisteX7" fmla="*/ 0 w 762000"/>
              <a:gd name="connsiteY7" fmla="*/ 558800 h 762000"/>
              <a:gd name="connisteX8" fmla="*/ 0 w 762000"/>
              <a:gd name="connsiteY8" fmla="*/ 2032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762000" h="762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58800" y="0"/>
                </a:lnTo>
                <a:cubicBezTo>
                  <a:pt x="671024" y="0"/>
                  <a:pt x="762000" y="90976"/>
                  <a:pt x="762000" y="203200"/>
                </a:cubicBezTo>
                <a:lnTo>
                  <a:pt x="762000" y="558800"/>
                </a:lnTo>
                <a:cubicBezTo>
                  <a:pt x="762000" y="671024"/>
                  <a:pt x="671024" y="762000"/>
                  <a:pt x="558800" y="762000"/>
                </a:cubicBezTo>
                <a:lnTo>
                  <a:pt x="203200" y="762000"/>
                </a:lnTo>
                <a:cubicBezTo>
                  <a:pt x="90976" y="762000"/>
                  <a:pt x="0" y="671024"/>
                  <a:pt x="0" y="5588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文本占位符 23"/>
          <p:cNvSpPr>
            <a:spLocks noGrp="1"/>
          </p:cNvSpPr>
          <p:nvPr>
            <p:ph type="body" idx="16397" hasCustomPrompt="1"/>
            <p:custDataLst>
              <p:tags r:id="rId18"/>
            </p:custDataLst>
          </p:nvPr>
        </p:nvSpPr>
        <p:spPr>
          <a:xfrm>
            <a:off x="6496050" y="4318000"/>
            <a:ext cx="419100" cy="3556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28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5" hasCustomPrompt="1"/>
            <p:custDataLst>
              <p:tags r:id="rId19"/>
            </p:custDataLst>
          </p:nvPr>
        </p:nvSpPr>
        <p:spPr>
          <a:xfrm>
            <a:off x="7289800" y="4114800"/>
            <a:ext cx="4292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6" hasCustomPrompt="1"/>
            <p:custDataLst>
              <p:tags r:id="rId20"/>
            </p:custDataLst>
          </p:nvPr>
        </p:nvSpPr>
        <p:spPr>
          <a:xfrm>
            <a:off x="7289800" y="4572000"/>
            <a:ext cx="4292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7_18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609600" y="1778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609600" y="2336800"/>
            <a:ext cx="32512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470400" y="1778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470400" y="2336800"/>
            <a:ext cx="32512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8331200" y="1778000"/>
            <a:ext cx="325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0"/>
            </p:custDataLst>
          </p:nvPr>
        </p:nvSpPr>
        <p:spPr>
          <a:xfrm>
            <a:off x="8331200" y="2336800"/>
            <a:ext cx="3251200" cy="3657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1_3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41402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88" hasCustomPrompt="1"/>
            <p:custDataLst>
              <p:tags r:id="rId5"/>
            </p:custDataLst>
          </p:nvPr>
        </p:nvSpPr>
        <p:spPr>
          <a:xfrm>
            <a:off x="609600" y="609600"/>
            <a:ext cx="10972800" cy="2997200"/>
          </a:xfrm>
          <a:custGeom>
            <a:avLst/>
            <a:gdLst>
              <a:gd name="connisteX0" fmla="*/ 0 w 10972800"/>
              <a:gd name="connsiteY0" fmla="*/ 203200 h 2997200"/>
              <a:gd name="connisteX1" fmla="*/ 203200 w 10972800"/>
              <a:gd name="connsiteY1" fmla="*/ 0 h 2997200"/>
              <a:gd name="connisteX2" fmla="*/ 10769600 w 10972800"/>
              <a:gd name="connsiteY2" fmla="*/ 0 h 2997200"/>
              <a:gd name="connisteX3" fmla="*/ 10972800 w 10972800"/>
              <a:gd name="connsiteY3" fmla="*/ 203200 h 2997200"/>
              <a:gd name="connisteX4" fmla="*/ 10972800 w 10972800"/>
              <a:gd name="connsiteY4" fmla="*/ 2794000 h 2997200"/>
              <a:gd name="connisteX5" fmla="*/ 10769600 w 10972800"/>
              <a:gd name="connsiteY5" fmla="*/ 2997200 h 2997200"/>
              <a:gd name="connisteX6" fmla="*/ 203200 w 10972800"/>
              <a:gd name="connsiteY6" fmla="*/ 2997200 h 2997200"/>
              <a:gd name="connisteX7" fmla="*/ 0 w 10972800"/>
              <a:gd name="connsiteY7" fmla="*/ 2794000 h 2997200"/>
              <a:gd name="connisteX8" fmla="*/ 0 w 10972800"/>
              <a:gd name="connsiteY8" fmla="*/ 203200 h 299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997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794000"/>
                </a:lnTo>
                <a:cubicBezTo>
                  <a:pt x="10972800" y="2906224"/>
                  <a:pt x="10881824" y="2997200"/>
                  <a:pt x="10769600" y="2997200"/>
                </a:cubicBezTo>
                <a:lnTo>
                  <a:pt x="203200" y="2997200"/>
                </a:lnTo>
                <a:cubicBezTo>
                  <a:pt x="90976" y="2997200"/>
                  <a:pt x="0" y="2906224"/>
                  <a:pt x="0" y="2794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762000" y="5130800"/>
            <a:ext cx="1082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762000" y="5638800"/>
            <a:ext cx="10820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13_9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0" hasCustomPrompt="1"/>
            <p:custDataLst>
              <p:tags r:id="rId5"/>
            </p:custDataLst>
          </p:nvPr>
        </p:nvSpPr>
        <p:spPr>
          <a:xfrm>
            <a:off x="609600" y="1524000"/>
            <a:ext cx="10972800" cy="2794000"/>
          </a:xfrm>
          <a:custGeom>
            <a:avLst/>
            <a:gdLst>
              <a:gd name="connisteX0" fmla="*/ 0 w 10972800"/>
              <a:gd name="connsiteY0" fmla="*/ 203200 h 2794000"/>
              <a:gd name="connisteX1" fmla="*/ 203200 w 10972800"/>
              <a:gd name="connsiteY1" fmla="*/ 0 h 2794000"/>
              <a:gd name="connisteX2" fmla="*/ 10769600 w 10972800"/>
              <a:gd name="connsiteY2" fmla="*/ 0 h 2794000"/>
              <a:gd name="connisteX3" fmla="*/ 10972800 w 10972800"/>
              <a:gd name="connsiteY3" fmla="*/ 203200 h 2794000"/>
              <a:gd name="connisteX4" fmla="*/ 10972800 w 10972800"/>
              <a:gd name="connsiteY4" fmla="*/ 2590800 h 2794000"/>
              <a:gd name="connisteX5" fmla="*/ 10769600 w 10972800"/>
              <a:gd name="connsiteY5" fmla="*/ 2794000 h 2794000"/>
              <a:gd name="connisteX6" fmla="*/ 203200 w 10972800"/>
              <a:gd name="connsiteY6" fmla="*/ 2794000 h 2794000"/>
              <a:gd name="connisteX7" fmla="*/ 0 w 10972800"/>
              <a:gd name="connsiteY7" fmla="*/ 2590800 h 2794000"/>
              <a:gd name="connisteX8" fmla="*/ 0 w 10972800"/>
              <a:gd name="connsiteY8" fmla="*/ 203200 h 279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794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590800"/>
                </a:lnTo>
                <a:cubicBezTo>
                  <a:pt x="10972800" y="2703024"/>
                  <a:pt x="10881824" y="2794000"/>
                  <a:pt x="10769600" y="2794000"/>
                </a:cubicBezTo>
                <a:lnTo>
                  <a:pt x="203200" y="2794000"/>
                </a:lnTo>
                <a:cubicBezTo>
                  <a:pt x="90976" y="2794000"/>
                  <a:pt x="0" y="2703024"/>
                  <a:pt x="0" y="2590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47752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609600" y="5334000"/>
            <a:ext cx="5181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6400800" y="47752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6400800" y="5334000"/>
            <a:ext cx="51816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37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88" hasCustomPrompt="1"/>
            <p:custDataLst>
              <p:tags r:id="rId5"/>
            </p:custDataLst>
          </p:nvPr>
        </p:nvSpPr>
        <p:spPr>
          <a:xfrm>
            <a:off x="609600" y="1524000"/>
            <a:ext cx="10972800" cy="3454400"/>
          </a:xfrm>
          <a:custGeom>
            <a:avLst/>
            <a:gdLst>
              <a:gd name="connisteX0" fmla="*/ 0 w 10972800"/>
              <a:gd name="connsiteY0" fmla="*/ 203200 h 3454400"/>
              <a:gd name="connisteX1" fmla="*/ 203200 w 10972800"/>
              <a:gd name="connsiteY1" fmla="*/ 0 h 3454400"/>
              <a:gd name="connisteX2" fmla="*/ 10769600 w 10972800"/>
              <a:gd name="connsiteY2" fmla="*/ 0 h 3454400"/>
              <a:gd name="connisteX3" fmla="*/ 10972800 w 10972800"/>
              <a:gd name="connsiteY3" fmla="*/ 203200 h 3454400"/>
              <a:gd name="connisteX4" fmla="*/ 10972800 w 10972800"/>
              <a:gd name="connsiteY4" fmla="*/ 3251200 h 3454400"/>
              <a:gd name="connisteX5" fmla="*/ 10769600 w 10972800"/>
              <a:gd name="connsiteY5" fmla="*/ 3454400 h 3454400"/>
              <a:gd name="connisteX6" fmla="*/ 203200 w 10972800"/>
              <a:gd name="connsiteY6" fmla="*/ 3454400 h 3454400"/>
              <a:gd name="connisteX7" fmla="*/ 0 w 10972800"/>
              <a:gd name="connsiteY7" fmla="*/ 3251200 h 3454400"/>
              <a:gd name="connisteX8" fmla="*/ 0 w 10972800"/>
              <a:gd name="connsiteY8" fmla="*/ 203200 h 345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45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3251200"/>
                </a:lnTo>
                <a:cubicBezTo>
                  <a:pt x="10972800" y="3363424"/>
                  <a:pt x="10881824" y="3454400"/>
                  <a:pt x="10769600" y="3454400"/>
                </a:cubicBezTo>
                <a:lnTo>
                  <a:pt x="203200" y="3454400"/>
                </a:lnTo>
                <a:cubicBezTo>
                  <a:pt x="90976" y="3454400"/>
                  <a:pt x="0" y="3363424"/>
                  <a:pt x="0" y="325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609600" y="5435600"/>
            <a:ext cx="50800" cy="812800"/>
          </a:xfrm>
          <a:custGeom>
            <a:avLst/>
            <a:gdLst>
              <a:gd name="connisteX0" fmla="*/ 0 w 50800"/>
              <a:gd name="connsiteY0" fmla="*/ 25400 h 812800"/>
              <a:gd name="connisteX1" fmla="*/ 25400 w 50800"/>
              <a:gd name="connsiteY1" fmla="*/ 0 h 812800"/>
              <a:gd name="connisteX2" fmla="*/ 25400 w 50800"/>
              <a:gd name="connsiteY2" fmla="*/ 0 h 812800"/>
              <a:gd name="connisteX3" fmla="*/ 50800 w 50800"/>
              <a:gd name="connsiteY3" fmla="*/ 25400 h 812800"/>
              <a:gd name="connisteX4" fmla="*/ 50800 w 50800"/>
              <a:gd name="connsiteY4" fmla="*/ 787400 h 812800"/>
              <a:gd name="connisteX5" fmla="*/ 25400 w 50800"/>
              <a:gd name="connsiteY5" fmla="*/ 812800 h 812800"/>
              <a:gd name="connisteX6" fmla="*/ 25400 w 50800"/>
              <a:gd name="connsiteY6" fmla="*/ 812800 h 812800"/>
              <a:gd name="connisteX7" fmla="*/ 0 w 50800"/>
              <a:gd name="connsiteY7" fmla="*/ 787400 h 812800"/>
              <a:gd name="connisteX8" fmla="*/ 0 w 50800"/>
              <a:gd name="connsiteY8" fmla="*/ 254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8128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787400"/>
                </a:lnTo>
                <a:cubicBezTo>
                  <a:pt x="50800" y="801428"/>
                  <a:pt x="39428" y="812800"/>
                  <a:pt x="25400" y="812800"/>
                </a:cubicBezTo>
                <a:lnTo>
                  <a:pt x="25400" y="812800"/>
                </a:lnTo>
                <a:cubicBezTo>
                  <a:pt x="11372" y="812800"/>
                  <a:pt x="0" y="801428"/>
                  <a:pt x="0" y="7874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762000" y="5435600"/>
            <a:ext cx="1082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762000" y="5943600"/>
            <a:ext cx="108204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4_6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图片占位符 6"/>
          <p:cNvSpPr>
            <a:spLocks noGrp="1"/>
          </p:cNvSpPr>
          <p:nvPr>
            <p:ph type="pic" idx="16390" hasCustomPrompt="1"/>
            <p:custDataLst>
              <p:tags r:id="rId5"/>
            </p:custDataLst>
          </p:nvPr>
        </p:nvSpPr>
        <p:spPr>
          <a:xfrm>
            <a:off x="2438400" y="17526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36322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609600" y="4191000"/>
            <a:ext cx="51816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1" name="图片占位符 10"/>
          <p:cNvSpPr>
            <a:spLocks noGrp="1"/>
          </p:cNvSpPr>
          <p:nvPr>
            <p:ph type="pic" idx="16391" hasCustomPrompt="1"/>
            <p:custDataLst>
              <p:tags r:id="rId8"/>
            </p:custDataLst>
          </p:nvPr>
        </p:nvSpPr>
        <p:spPr>
          <a:xfrm>
            <a:off x="8229600" y="17526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6400800" y="3632200"/>
            <a:ext cx="51816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6400800" y="4191000"/>
            <a:ext cx="51816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2_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34290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88" hasCustomPrompt="1"/>
            <p:custDataLst>
              <p:tags r:id="rId5"/>
            </p:custDataLst>
          </p:nvPr>
        </p:nvSpPr>
        <p:spPr>
          <a:xfrm>
            <a:off x="609600" y="2133600"/>
            <a:ext cx="10972800" cy="4114800"/>
          </a:xfrm>
          <a:custGeom>
            <a:avLst/>
            <a:gdLst>
              <a:gd name="connisteX0" fmla="*/ 0 w 10972800"/>
              <a:gd name="connsiteY0" fmla="*/ 203200 h 4114800"/>
              <a:gd name="connisteX1" fmla="*/ 203200 w 10972800"/>
              <a:gd name="connsiteY1" fmla="*/ 0 h 4114800"/>
              <a:gd name="connisteX2" fmla="*/ 10769600 w 10972800"/>
              <a:gd name="connsiteY2" fmla="*/ 0 h 4114800"/>
              <a:gd name="connisteX3" fmla="*/ 10972800 w 10972800"/>
              <a:gd name="connsiteY3" fmla="*/ 203200 h 4114800"/>
              <a:gd name="connisteX4" fmla="*/ 10972800 w 10972800"/>
              <a:gd name="connsiteY4" fmla="*/ 3911600 h 4114800"/>
              <a:gd name="connisteX5" fmla="*/ 10769600 w 10972800"/>
              <a:gd name="connsiteY5" fmla="*/ 4114800 h 4114800"/>
              <a:gd name="connisteX6" fmla="*/ 203200 w 10972800"/>
              <a:gd name="connsiteY6" fmla="*/ 4114800 h 4114800"/>
              <a:gd name="connisteX7" fmla="*/ 0 w 10972800"/>
              <a:gd name="connsiteY7" fmla="*/ 3911600 h 4114800"/>
              <a:gd name="connisteX8" fmla="*/ 0 w 10972800"/>
              <a:gd name="connsiteY8" fmla="*/ 203200 h 411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411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3911600"/>
                </a:lnTo>
                <a:cubicBezTo>
                  <a:pt x="10972800" y="4023824"/>
                  <a:pt x="10881824" y="4114800"/>
                  <a:pt x="10769600" y="4114800"/>
                </a:cubicBezTo>
                <a:lnTo>
                  <a:pt x="203200" y="4114800"/>
                </a:lnTo>
                <a:cubicBezTo>
                  <a:pt x="90976" y="4114800"/>
                  <a:pt x="0" y="4023824"/>
                  <a:pt x="0" y="391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4648200" y="736600"/>
            <a:ext cx="50800" cy="812800"/>
          </a:xfrm>
          <a:custGeom>
            <a:avLst/>
            <a:gdLst>
              <a:gd name="connisteX0" fmla="*/ 0 w 50800"/>
              <a:gd name="connsiteY0" fmla="*/ 25400 h 812800"/>
              <a:gd name="connisteX1" fmla="*/ 25400 w 50800"/>
              <a:gd name="connsiteY1" fmla="*/ 0 h 812800"/>
              <a:gd name="connisteX2" fmla="*/ 25400 w 50800"/>
              <a:gd name="connsiteY2" fmla="*/ 0 h 812800"/>
              <a:gd name="connisteX3" fmla="*/ 50800 w 50800"/>
              <a:gd name="connsiteY3" fmla="*/ 25400 h 812800"/>
              <a:gd name="connisteX4" fmla="*/ 50800 w 50800"/>
              <a:gd name="connsiteY4" fmla="*/ 787400 h 812800"/>
              <a:gd name="connisteX5" fmla="*/ 25400 w 50800"/>
              <a:gd name="connsiteY5" fmla="*/ 812800 h 812800"/>
              <a:gd name="connisteX6" fmla="*/ 25400 w 50800"/>
              <a:gd name="connsiteY6" fmla="*/ 812800 h 812800"/>
              <a:gd name="connisteX7" fmla="*/ 0 w 50800"/>
              <a:gd name="connsiteY7" fmla="*/ 787400 h 812800"/>
              <a:gd name="connisteX8" fmla="*/ 0 w 50800"/>
              <a:gd name="connsiteY8" fmla="*/ 254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8128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787400"/>
                </a:lnTo>
                <a:cubicBezTo>
                  <a:pt x="50800" y="801428"/>
                  <a:pt x="39428" y="812800"/>
                  <a:pt x="25400" y="812800"/>
                </a:cubicBezTo>
                <a:lnTo>
                  <a:pt x="25400" y="812800"/>
                </a:lnTo>
                <a:cubicBezTo>
                  <a:pt x="11372" y="812800"/>
                  <a:pt x="0" y="801428"/>
                  <a:pt x="0" y="7874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4800600" y="736600"/>
            <a:ext cx="6781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4800600" y="1244600"/>
            <a:ext cx="67818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2_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1" hasCustomPrompt="1"/>
            <p:custDataLst>
              <p:tags r:id="rId5"/>
            </p:custDataLst>
          </p:nvPr>
        </p:nvSpPr>
        <p:spPr>
          <a:xfrm>
            <a:off x="6096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92" hasCustomPrompt="1"/>
            <p:custDataLst>
              <p:tags r:id="rId6"/>
            </p:custDataLst>
          </p:nvPr>
        </p:nvSpPr>
        <p:spPr>
          <a:xfrm>
            <a:off x="25146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图片占位符 9"/>
          <p:cNvSpPr>
            <a:spLocks noGrp="1"/>
          </p:cNvSpPr>
          <p:nvPr>
            <p:ph type="pic" idx="16390" hasCustomPrompt="1"/>
            <p:custDataLst>
              <p:tags r:id="rId7"/>
            </p:custDataLst>
          </p:nvPr>
        </p:nvSpPr>
        <p:spPr>
          <a:xfrm>
            <a:off x="2870200" y="24130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6" hasCustomPrompt="1"/>
            <p:custDataLst>
              <p:tags r:id="rId8"/>
            </p:custDataLst>
          </p:nvPr>
        </p:nvSpPr>
        <p:spPr>
          <a:xfrm>
            <a:off x="1016000" y="39370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87" hasCustomPrompt="1"/>
            <p:custDataLst>
              <p:tags r:id="rId9"/>
            </p:custDataLst>
          </p:nvPr>
        </p:nvSpPr>
        <p:spPr>
          <a:xfrm>
            <a:off x="1016000" y="4495800"/>
            <a:ext cx="452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6248400" y="1524000"/>
            <a:ext cx="5334000" cy="4724400"/>
          </a:xfrm>
          <a:custGeom>
            <a:avLst/>
            <a:gdLst>
              <a:gd name="connisteX0" fmla="*/ 0 w 5334000"/>
              <a:gd name="connsiteY0" fmla="*/ 203200 h 4724400"/>
              <a:gd name="connisteX1" fmla="*/ 203200 w 5334000"/>
              <a:gd name="connsiteY1" fmla="*/ 0 h 4724400"/>
              <a:gd name="connisteX2" fmla="*/ 5130800 w 5334000"/>
              <a:gd name="connsiteY2" fmla="*/ 0 h 4724400"/>
              <a:gd name="connisteX3" fmla="*/ 5334000 w 5334000"/>
              <a:gd name="connsiteY3" fmla="*/ 203200 h 4724400"/>
              <a:gd name="connisteX4" fmla="*/ 5334000 w 5334000"/>
              <a:gd name="connsiteY4" fmla="*/ 4521200 h 4724400"/>
              <a:gd name="connisteX5" fmla="*/ 5130800 w 5334000"/>
              <a:gd name="connsiteY5" fmla="*/ 4724400 h 4724400"/>
              <a:gd name="connisteX6" fmla="*/ 203200 w 5334000"/>
              <a:gd name="connsiteY6" fmla="*/ 4724400 h 4724400"/>
              <a:gd name="connisteX7" fmla="*/ 0 w 5334000"/>
              <a:gd name="connsiteY7" fmla="*/ 4521200 h 4724400"/>
              <a:gd name="connisteX8" fmla="*/ 0 w 53340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3340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4521200"/>
                </a:lnTo>
                <a:cubicBezTo>
                  <a:pt x="5334000" y="4633424"/>
                  <a:pt x="5243024" y="4724400"/>
                  <a:pt x="51308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16395" hasCustomPrompt="1"/>
            <p:custDataLst>
              <p:tags r:id="rId11"/>
            </p:custDataLst>
          </p:nvPr>
        </p:nvSpPr>
        <p:spPr>
          <a:xfrm>
            <a:off x="8153400" y="2057400"/>
            <a:ext cx="1524000" cy="1524000"/>
          </a:xfrm>
          <a:custGeom>
            <a:avLst/>
            <a:gdLst>
              <a:gd name="connisteX0" fmla="*/ 0 w 1524000"/>
              <a:gd name="connsiteY0" fmla="*/ 762000 h 1524000"/>
              <a:gd name="connisteX1" fmla="*/ 762000 w 1524000"/>
              <a:gd name="connsiteY1" fmla="*/ 0 h 1524000"/>
              <a:gd name="connisteX2" fmla="*/ 762000 w 1524000"/>
              <a:gd name="connsiteY2" fmla="*/ 0 h 1524000"/>
              <a:gd name="connisteX3" fmla="*/ 1524000 w 1524000"/>
              <a:gd name="connsiteY3" fmla="*/ 762000 h 1524000"/>
              <a:gd name="connisteX4" fmla="*/ 1524000 w 1524000"/>
              <a:gd name="connsiteY4" fmla="*/ 762000 h 1524000"/>
              <a:gd name="connisteX5" fmla="*/ 762000 w 1524000"/>
              <a:gd name="connsiteY5" fmla="*/ 1524000 h 1524000"/>
              <a:gd name="connisteX6" fmla="*/ 762000 w 1524000"/>
              <a:gd name="connsiteY6" fmla="*/ 1524000 h 1524000"/>
              <a:gd name="connisteX7" fmla="*/ 0 w 1524000"/>
              <a:gd name="connsiteY7" fmla="*/ 762000 h 1524000"/>
              <a:gd name="connisteX8" fmla="*/ 0 w 1524000"/>
              <a:gd name="connsiteY8" fmla="*/ 762000 h 1524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524000" h="1524000">
                <a:moveTo>
                  <a:pt x="0" y="762000"/>
                </a:moveTo>
                <a:cubicBezTo>
                  <a:pt x="0" y="341159"/>
                  <a:pt x="341159" y="0"/>
                  <a:pt x="762000" y="0"/>
                </a:cubicBezTo>
                <a:lnTo>
                  <a:pt x="762000" y="0"/>
                </a:lnTo>
                <a:cubicBezTo>
                  <a:pt x="1182841" y="0"/>
                  <a:pt x="1524000" y="341159"/>
                  <a:pt x="1524000" y="762000"/>
                </a:cubicBezTo>
                <a:lnTo>
                  <a:pt x="1524000" y="762000"/>
                </a:lnTo>
                <a:cubicBezTo>
                  <a:pt x="1524000" y="1182841"/>
                  <a:pt x="1182841" y="1524000"/>
                  <a:pt x="762000" y="1524000"/>
                </a:cubicBezTo>
                <a:lnTo>
                  <a:pt x="762000" y="1524000"/>
                </a:lnTo>
                <a:cubicBezTo>
                  <a:pt x="341159" y="1524000"/>
                  <a:pt x="0" y="1182841"/>
                  <a:pt x="0" y="762000"/>
                </a:cubicBezTo>
                <a:lnTo>
                  <a:pt x="0" y="762000"/>
                </a:lnTo>
                <a:close/>
              </a:path>
            </a:pathLst>
          </a:custGeom>
          <a:solidFill>
            <a:srgbClr val="FFFFFF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图片占位符 17"/>
          <p:cNvSpPr>
            <a:spLocks noGrp="1"/>
          </p:cNvSpPr>
          <p:nvPr>
            <p:ph type="pic" idx="16393" hasCustomPrompt="1"/>
            <p:custDataLst>
              <p:tags r:id="rId12"/>
            </p:custDataLst>
          </p:nvPr>
        </p:nvSpPr>
        <p:spPr>
          <a:xfrm>
            <a:off x="8509000" y="2413000"/>
            <a:ext cx="812800" cy="81280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9" name="文本占位符 18"/>
          <p:cNvSpPr>
            <a:spLocks noGrp="1"/>
          </p:cNvSpPr>
          <p:nvPr>
            <p:ph type="body" idx="16388" hasCustomPrompt="1"/>
            <p:custDataLst>
              <p:tags r:id="rId13"/>
            </p:custDataLst>
          </p:nvPr>
        </p:nvSpPr>
        <p:spPr>
          <a:xfrm>
            <a:off x="6654800" y="3937000"/>
            <a:ext cx="4521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89" hasCustomPrompt="1"/>
            <p:custDataLst>
              <p:tags r:id="rId14"/>
            </p:custDataLst>
          </p:nvPr>
        </p:nvSpPr>
        <p:spPr>
          <a:xfrm>
            <a:off x="6654800" y="4495800"/>
            <a:ext cx="45212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6_3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4" hasCustomPrompt="1"/>
            <p:custDataLst>
              <p:tags r:id="rId5"/>
            </p:custDataLst>
          </p:nvPr>
        </p:nvSpPr>
        <p:spPr>
          <a:xfrm>
            <a:off x="2133600" y="1524000"/>
            <a:ext cx="3810000" cy="2209800"/>
          </a:xfrm>
          <a:custGeom>
            <a:avLst/>
            <a:gdLst>
              <a:gd name="connisteX0" fmla="*/ 0 w 3810000"/>
              <a:gd name="connsiteY0" fmla="*/ 0 h 2209800"/>
              <a:gd name="connisteX1" fmla="*/ 3606800 w 3810000"/>
              <a:gd name="connsiteY1" fmla="*/ 0 h 2209800"/>
              <a:gd name="connisteX2" fmla="*/ 3810000 w 3810000"/>
              <a:gd name="connsiteY2" fmla="*/ 203200 h 2209800"/>
              <a:gd name="connisteX3" fmla="*/ 3810000 w 3810000"/>
              <a:gd name="connsiteY3" fmla="*/ 2006600 h 2209800"/>
              <a:gd name="connisteX4" fmla="*/ 3606800 w 3810000"/>
              <a:gd name="connsiteY4" fmla="*/ 2209800 h 2209800"/>
              <a:gd name="connisteX5" fmla="*/ 0 w 3810000"/>
              <a:gd name="connsiteY5" fmla="*/ 2209800 h 2209800"/>
              <a:gd name="connisteX6" fmla="*/ 0 w 3810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810000" h="2209800">
                <a:moveTo>
                  <a:pt x="0" y="0"/>
                </a:moveTo>
                <a:lnTo>
                  <a:pt x="3606800" y="0"/>
                </a:lnTo>
                <a:cubicBezTo>
                  <a:pt x="3719024" y="0"/>
                  <a:pt x="3810000" y="90976"/>
                  <a:pt x="3810000" y="203200"/>
                </a:cubicBezTo>
                <a:lnTo>
                  <a:pt x="3810000" y="2006600"/>
                </a:lnTo>
                <a:cubicBezTo>
                  <a:pt x="3810000" y="2118824"/>
                  <a:pt x="3719024" y="2209800"/>
                  <a:pt x="3606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图片占位符 7"/>
          <p:cNvSpPr>
            <a:spLocks noGrp="1"/>
          </p:cNvSpPr>
          <p:nvPr>
            <p:ph type="pic" idx="16395" hasCustomPrompt="1"/>
            <p:custDataLst>
              <p:tags r:id="rId6"/>
            </p:custDataLst>
          </p:nvPr>
        </p:nvSpPr>
        <p:spPr>
          <a:xfrm>
            <a:off x="609600" y="1524000"/>
            <a:ext cx="1524000" cy="2209800"/>
          </a:xfrm>
          <a:custGeom>
            <a:avLst/>
            <a:gdLst>
              <a:gd name="connisteX0" fmla="*/ 0 w 1524000"/>
              <a:gd name="connsiteY0" fmla="*/ 203200 h 2209800"/>
              <a:gd name="connisteX1" fmla="*/ 203200 w 1524000"/>
              <a:gd name="connsiteY1" fmla="*/ 0 h 2209800"/>
              <a:gd name="connisteX2" fmla="*/ 1524000 w 1524000"/>
              <a:gd name="connsiteY2" fmla="*/ 0 h 2209800"/>
              <a:gd name="connisteX3" fmla="*/ 1524000 w 1524000"/>
              <a:gd name="connsiteY3" fmla="*/ 2209800 h 2209800"/>
              <a:gd name="connisteX4" fmla="*/ 203200 w 1524000"/>
              <a:gd name="connsiteY4" fmla="*/ 2209800 h 2209800"/>
              <a:gd name="connisteX5" fmla="*/ 0 w 1524000"/>
              <a:gd name="connsiteY5" fmla="*/ 2006600 h 2209800"/>
              <a:gd name="connisteX6" fmla="*/ 0 w 1524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52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524000" y="0"/>
                </a:lnTo>
                <a:lnTo>
                  <a:pt x="1524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2438400" y="2044700"/>
            <a:ext cx="320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2438400" y="2603500"/>
            <a:ext cx="3200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6" hasCustomPrompt="1"/>
            <p:custDataLst>
              <p:tags r:id="rId9"/>
            </p:custDataLst>
          </p:nvPr>
        </p:nvSpPr>
        <p:spPr>
          <a:xfrm>
            <a:off x="7772400" y="1524000"/>
            <a:ext cx="3810000" cy="2209800"/>
          </a:xfrm>
          <a:custGeom>
            <a:avLst/>
            <a:gdLst>
              <a:gd name="connisteX0" fmla="*/ 0 w 3810000"/>
              <a:gd name="connsiteY0" fmla="*/ 0 h 2209800"/>
              <a:gd name="connisteX1" fmla="*/ 3606800 w 3810000"/>
              <a:gd name="connsiteY1" fmla="*/ 0 h 2209800"/>
              <a:gd name="connisteX2" fmla="*/ 3810000 w 3810000"/>
              <a:gd name="connsiteY2" fmla="*/ 203200 h 2209800"/>
              <a:gd name="connisteX3" fmla="*/ 3810000 w 3810000"/>
              <a:gd name="connsiteY3" fmla="*/ 2006600 h 2209800"/>
              <a:gd name="connisteX4" fmla="*/ 3606800 w 3810000"/>
              <a:gd name="connsiteY4" fmla="*/ 2209800 h 2209800"/>
              <a:gd name="connisteX5" fmla="*/ 0 w 3810000"/>
              <a:gd name="connsiteY5" fmla="*/ 2209800 h 2209800"/>
              <a:gd name="connisteX6" fmla="*/ 0 w 3810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810000" h="2209800">
                <a:moveTo>
                  <a:pt x="0" y="0"/>
                </a:moveTo>
                <a:lnTo>
                  <a:pt x="3606800" y="0"/>
                </a:lnTo>
                <a:cubicBezTo>
                  <a:pt x="3719024" y="0"/>
                  <a:pt x="3810000" y="90976"/>
                  <a:pt x="3810000" y="203200"/>
                </a:cubicBezTo>
                <a:lnTo>
                  <a:pt x="3810000" y="2006600"/>
                </a:lnTo>
                <a:cubicBezTo>
                  <a:pt x="3810000" y="2118824"/>
                  <a:pt x="3719024" y="2209800"/>
                  <a:pt x="3606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0"/>
            </p:custDataLst>
          </p:nvPr>
        </p:nvSpPr>
        <p:spPr>
          <a:xfrm>
            <a:off x="6248400" y="1524000"/>
            <a:ext cx="1524000" cy="2209800"/>
          </a:xfrm>
          <a:custGeom>
            <a:avLst/>
            <a:gdLst>
              <a:gd name="connisteX0" fmla="*/ 0 w 1524000"/>
              <a:gd name="connsiteY0" fmla="*/ 203200 h 2209800"/>
              <a:gd name="connisteX1" fmla="*/ 203200 w 1524000"/>
              <a:gd name="connsiteY1" fmla="*/ 0 h 2209800"/>
              <a:gd name="connisteX2" fmla="*/ 1524000 w 1524000"/>
              <a:gd name="connsiteY2" fmla="*/ 0 h 2209800"/>
              <a:gd name="connisteX3" fmla="*/ 1524000 w 1524000"/>
              <a:gd name="connsiteY3" fmla="*/ 2209800 h 2209800"/>
              <a:gd name="connisteX4" fmla="*/ 203200 w 1524000"/>
              <a:gd name="connsiteY4" fmla="*/ 2209800 h 2209800"/>
              <a:gd name="connisteX5" fmla="*/ 0 w 1524000"/>
              <a:gd name="connsiteY5" fmla="*/ 2006600 h 2209800"/>
              <a:gd name="connisteX6" fmla="*/ 0 w 1524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524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524000" y="0"/>
                </a:lnTo>
                <a:lnTo>
                  <a:pt x="1524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8077200" y="2044700"/>
            <a:ext cx="320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8077200" y="2603500"/>
            <a:ext cx="3200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8" hasCustomPrompt="1"/>
            <p:custDataLst>
              <p:tags r:id="rId13"/>
            </p:custDataLst>
          </p:nvPr>
        </p:nvSpPr>
        <p:spPr>
          <a:xfrm>
            <a:off x="609600" y="4038600"/>
            <a:ext cx="3810000" cy="2209800"/>
          </a:xfrm>
          <a:custGeom>
            <a:avLst/>
            <a:gdLst>
              <a:gd name="connisteX0" fmla="*/ 0 w 3810000"/>
              <a:gd name="connsiteY0" fmla="*/ 203200 h 2209800"/>
              <a:gd name="connisteX1" fmla="*/ 203200 w 3810000"/>
              <a:gd name="connsiteY1" fmla="*/ 0 h 2209800"/>
              <a:gd name="connisteX2" fmla="*/ 3810000 w 3810000"/>
              <a:gd name="connsiteY2" fmla="*/ 0 h 2209800"/>
              <a:gd name="connisteX3" fmla="*/ 3810000 w 3810000"/>
              <a:gd name="connsiteY3" fmla="*/ 2209800 h 2209800"/>
              <a:gd name="connisteX4" fmla="*/ 203200 w 3810000"/>
              <a:gd name="connsiteY4" fmla="*/ 2209800 h 2209800"/>
              <a:gd name="connisteX5" fmla="*/ 0 w 3810000"/>
              <a:gd name="connsiteY5" fmla="*/ 2006600 h 2209800"/>
              <a:gd name="connisteX6" fmla="*/ 0 w 381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81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10000" y="0"/>
                </a:lnTo>
                <a:lnTo>
                  <a:pt x="381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图片占位符 19"/>
          <p:cNvSpPr>
            <a:spLocks noGrp="1"/>
          </p:cNvSpPr>
          <p:nvPr>
            <p:ph type="pic" idx="16399" hasCustomPrompt="1"/>
            <p:custDataLst>
              <p:tags r:id="rId14"/>
            </p:custDataLst>
          </p:nvPr>
        </p:nvSpPr>
        <p:spPr>
          <a:xfrm>
            <a:off x="4419600" y="4038600"/>
            <a:ext cx="1524000" cy="2209800"/>
          </a:xfrm>
          <a:custGeom>
            <a:avLst/>
            <a:gdLst>
              <a:gd name="connisteX0" fmla="*/ 0 w 1524000"/>
              <a:gd name="connsiteY0" fmla="*/ 0 h 2209800"/>
              <a:gd name="connisteX1" fmla="*/ 1320800 w 1524000"/>
              <a:gd name="connsiteY1" fmla="*/ 0 h 2209800"/>
              <a:gd name="connisteX2" fmla="*/ 1524000 w 1524000"/>
              <a:gd name="connsiteY2" fmla="*/ 203200 h 2209800"/>
              <a:gd name="connisteX3" fmla="*/ 1524000 w 1524000"/>
              <a:gd name="connsiteY3" fmla="*/ 2006600 h 2209800"/>
              <a:gd name="connisteX4" fmla="*/ 1320800 w 1524000"/>
              <a:gd name="connsiteY4" fmla="*/ 2209800 h 2209800"/>
              <a:gd name="connisteX5" fmla="*/ 0 w 1524000"/>
              <a:gd name="connsiteY5" fmla="*/ 2209800 h 2209800"/>
              <a:gd name="connisteX6" fmla="*/ 0 w 1524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524000" h="2209800">
                <a:moveTo>
                  <a:pt x="0" y="0"/>
                </a:moveTo>
                <a:lnTo>
                  <a:pt x="1320800" y="0"/>
                </a:lnTo>
                <a:cubicBezTo>
                  <a:pt x="1433024" y="0"/>
                  <a:pt x="1524000" y="90976"/>
                  <a:pt x="1524000" y="203200"/>
                </a:cubicBezTo>
                <a:lnTo>
                  <a:pt x="1524000" y="2006600"/>
                </a:lnTo>
                <a:cubicBezTo>
                  <a:pt x="1524000" y="2118824"/>
                  <a:pt x="1433024" y="2209800"/>
                  <a:pt x="1320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0" hasCustomPrompt="1"/>
            <p:custDataLst>
              <p:tags r:id="rId15"/>
            </p:custDataLst>
          </p:nvPr>
        </p:nvSpPr>
        <p:spPr>
          <a:xfrm>
            <a:off x="914400" y="4559300"/>
            <a:ext cx="320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1" hasCustomPrompt="1"/>
            <p:custDataLst>
              <p:tags r:id="rId16"/>
            </p:custDataLst>
          </p:nvPr>
        </p:nvSpPr>
        <p:spPr>
          <a:xfrm>
            <a:off x="914400" y="5118100"/>
            <a:ext cx="3200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0" hasCustomPrompt="1"/>
            <p:custDataLst>
              <p:tags r:id="rId17"/>
            </p:custDataLst>
          </p:nvPr>
        </p:nvSpPr>
        <p:spPr>
          <a:xfrm>
            <a:off x="6248400" y="4038600"/>
            <a:ext cx="3810000" cy="2209800"/>
          </a:xfrm>
          <a:custGeom>
            <a:avLst/>
            <a:gdLst>
              <a:gd name="connisteX0" fmla="*/ 0 w 3810000"/>
              <a:gd name="connsiteY0" fmla="*/ 203200 h 2209800"/>
              <a:gd name="connisteX1" fmla="*/ 203200 w 3810000"/>
              <a:gd name="connsiteY1" fmla="*/ 0 h 2209800"/>
              <a:gd name="connisteX2" fmla="*/ 3810000 w 3810000"/>
              <a:gd name="connsiteY2" fmla="*/ 0 h 2209800"/>
              <a:gd name="connisteX3" fmla="*/ 3810000 w 3810000"/>
              <a:gd name="connsiteY3" fmla="*/ 2209800 h 2209800"/>
              <a:gd name="connisteX4" fmla="*/ 203200 w 3810000"/>
              <a:gd name="connsiteY4" fmla="*/ 2209800 h 2209800"/>
              <a:gd name="connisteX5" fmla="*/ 0 w 3810000"/>
              <a:gd name="connsiteY5" fmla="*/ 2006600 h 2209800"/>
              <a:gd name="connisteX6" fmla="*/ 0 w 3810000"/>
              <a:gd name="connsiteY6" fmla="*/ 20320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810000" h="2209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10000" y="0"/>
                </a:lnTo>
                <a:lnTo>
                  <a:pt x="3810000" y="2209800"/>
                </a:lnTo>
                <a:lnTo>
                  <a:pt x="203200" y="2209800"/>
                </a:lnTo>
                <a:cubicBezTo>
                  <a:pt x="90976" y="2209800"/>
                  <a:pt x="0" y="2118824"/>
                  <a:pt x="0" y="20066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图片占位符 23"/>
          <p:cNvSpPr>
            <a:spLocks noGrp="1"/>
          </p:cNvSpPr>
          <p:nvPr>
            <p:ph type="pic" idx="16401" hasCustomPrompt="1"/>
            <p:custDataLst>
              <p:tags r:id="rId18"/>
            </p:custDataLst>
          </p:nvPr>
        </p:nvSpPr>
        <p:spPr>
          <a:xfrm>
            <a:off x="10058400" y="4038600"/>
            <a:ext cx="1524000" cy="2209800"/>
          </a:xfrm>
          <a:custGeom>
            <a:avLst/>
            <a:gdLst>
              <a:gd name="connisteX0" fmla="*/ 0 w 1524000"/>
              <a:gd name="connsiteY0" fmla="*/ 0 h 2209800"/>
              <a:gd name="connisteX1" fmla="*/ 1320800 w 1524000"/>
              <a:gd name="connsiteY1" fmla="*/ 0 h 2209800"/>
              <a:gd name="connisteX2" fmla="*/ 1524000 w 1524000"/>
              <a:gd name="connsiteY2" fmla="*/ 203200 h 2209800"/>
              <a:gd name="connisteX3" fmla="*/ 1524000 w 1524000"/>
              <a:gd name="connsiteY3" fmla="*/ 2006600 h 2209800"/>
              <a:gd name="connisteX4" fmla="*/ 1320800 w 1524000"/>
              <a:gd name="connsiteY4" fmla="*/ 2209800 h 2209800"/>
              <a:gd name="connisteX5" fmla="*/ 0 w 1524000"/>
              <a:gd name="connsiteY5" fmla="*/ 2209800 h 2209800"/>
              <a:gd name="connisteX6" fmla="*/ 0 w 1524000"/>
              <a:gd name="connsiteY6" fmla="*/ 0 h 2209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1524000" h="2209800">
                <a:moveTo>
                  <a:pt x="0" y="0"/>
                </a:moveTo>
                <a:lnTo>
                  <a:pt x="1320800" y="0"/>
                </a:lnTo>
                <a:cubicBezTo>
                  <a:pt x="1433024" y="0"/>
                  <a:pt x="1524000" y="90976"/>
                  <a:pt x="1524000" y="203200"/>
                </a:cubicBezTo>
                <a:lnTo>
                  <a:pt x="1524000" y="2006600"/>
                </a:lnTo>
                <a:cubicBezTo>
                  <a:pt x="1524000" y="2118824"/>
                  <a:pt x="1433024" y="2209800"/>
                  <a:pt x="1320800" y="2209800"/>
                </a:cubicBezTo>
                <a:lnTo>
                  <a:pt x="0" y="2209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2" hasCustomPrompt="1"/>
            <p:custDataLst>
              <p:tags r:id="rId19"/>
            </p:custDataLst>
          </p:nvPr>
        </p:nvSpPr>
        <p:spPr>
          <a:xfrm>
            <a:off x="6553200" y="4559300"/>
            <a:ext cx="320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3" hasCustomPrompt="1"/>
            <p:custDataLst>
              <p:tags r:id="rId20"/>
            </p:custDataLst>
          </p:nvPr>
        </p:nvSpPr>
        <p:spPr>
          <a:xfrm>
            <a:off x="6553200" y="5118100"/>
            <a:ext cx="3200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7_30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4" hasCustomPrompt="1"/>
            <p:custDataLst>
              <p:tags r:id="rId5"/>
            </p:custDataLst>
          </p:nvPr>
        </p:nvSpPr>
        <p:spPr>
          <a:xfrm>
            <a:off x="609600" y="3251200"/>
            <a:ext cx="2514600" cy="2997200"/>
          </a:xfrm>
          <a:custGeom>
            <a:avLst/>
            <a:gdLst>
              <a:gd name="connisteX0" fmla="*/ 0 w 2514600"/>
              <a:gd name="connsiteY0" fmla="*/ 0 h 2997200"/>
              <a:gd name="connisteX1" fmla="*/ 2514600 w 2514600"/>
              <a:gd name="connsiteY1" fmla="*/ 0 h 2997200"/>
              <a:gd name="connisteX2" fmla="*/ 2514600 w 2514600"/>
              <a:gd name="connsiteY2" fmla="*/ 2794000 h 2997200"/>
              <a:gd name="connisteX3" fmla="*/ 2311400 w 2514600"/>
              <a:gd name="connsiteY3" fmla="*/ 2997200 h 2997200"/>
              <a:gd name="connisteX4" fmla="*/ 203200 w 2514600"/>
              <a:gd name="connsiteY4" fmla="*/ 2997200 h 2997200"/>
              <a:gd name="connisteX5" fmla="*/ 0 w 2514600"/>
              <a:gd name="connsiteY5" fmla="*/ 2794000 h 2997200"/>
              <a:gd name="connisteX6" fmla="*/ 0 w 2514600"/>
              <a:gd name="connsiteY6" fmla="*/ 0 h 299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997200">
                <a:moveTo>
                  <a:pt x="0" y="0"/>
                </a:moveTo>
                <a:lnTo>
                  <a:pt x="2514600" y="0"/>
                </a:lnTo>
                <a:lnTo>
                  <a:pt x="2514600" y="2794000"/>
                </a:lnTo>
                <a:cubicBezTo>
                  <a:pt x="2514600" y="2906224"/>
                  <a:pt x="2423624" y="2997200"/>
                  <a:pt x="2311400" y="2997200"/>
                </a:cubicBezTo>
                <a:lnTo>
                  <a:pt x="203200" y="2997200"/>
                </a:lnTo>
                <a:cubicBezTo>
                  <a:pt x="90976" y="2997200"/>
                  <a:pt x="0" y="2906224"/>
                  <a:pt x="0" y="27940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图片占位符 7"/>
          <p:cNvSpPr>
            <a:spLocks noGrp="1"/>
          </p:cNvSpPr>
          <p:nvPr>
            <p:ph type="pic" idx="16395" hasCustomPrompt="1"/>
            <p:custDataLst>
              <p:tags r:id="rId6"/>
            </p:custDataLst>
          </p:nvPr>
        </p:nvSpPr>
        <p:spPr>
          <a:xfrm>
            <a:off x="609600" y="1524000"/>
            <a:ext cx="2514600" cy="1727200"/>
          </a:xfrm>
          <a:custGeom>
            <a:avLst/>
            <a:gdLst>
              <a:gd name="connisteX0" fmla="*/ 0 w 2514600"/>
              <a:gd name="connsiteY0" fmla="*/ 203200 h 1727200"/>
              <a:gd name="connisteX1" fmla="*/ 203200 w 2514600"/>
              <a:gd name="connsiteY1" fmla="*/ 0 h 1727200"/>
              <a:gd name="connisteX2" fmla="*/ 2311400 w 2514600"/>
              <a:gd name="connsiteY2" fmla="*/ 0 h 1727200"/>
              <a:gd name="connisteX3" fmla="*/ 2514600 w 2514600"/>
              <a:gd name="connsiteY3" fmla="*/ 203200 h 1727200"/>
              <a:gd name="connisteX4" fmla="*/ 2514600 w 2514600"/>
              <a:gd name="connsiteY4" fmla="*/ 1727200 h 1727200"/>
              <a:gd name="connisteX5" fmla="*/ 0 w 2514600"/>
              <a:gd name="connsiteY5" fmla="*/ 1727200 h 1727200"/>
              <a:gd name="connisteX6" fmla="*/ 0 w 2514600"/>
              <a:gd name="connsiteY6" fmla="*/ 2032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1727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1727200"/>
                </a:lnTo>
                <a:lnTo>
                  <a:pt x="0" y="17272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914400" y="35560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4114800"/>
            <a:ext cx="1905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6" hasCustomPrompt="1"/>
            <p:custDataLst>
              <p:tags r:id="rId9"/>
            </p:custDataLst>
          </p:nvPr>
        </p:nvSpPr>
        <p:spPr>
          <a:xfrm>
            <a:off x="3429000" y="3251200"/>
            <a:ext cx="2514600" cy="2997200"/>
          </a:xfrm>
          <a:custGeom>
            <a:avLst/>
            <a:gdLst>
              <a:gd name="connisteX0" fmla="*/ 0 w 2514600"/>
              <a:gd name="connsiteY0" fmla="*/ 0 h 2997200"/>
              <a:gd name="connisteX1" fmla="*/ 2514600 w 2514600"/>
              <a:gd name="connsiteY1" fmla="*/ 0 h 2997200"/>
              <a:gd name="connisteX2" fmla="*/ 2514600 w 2514600"/>
              <a:gd name="connsiteY2" fmla="*/ 2794000 h 2997200"/>
              <a:gd name="connisteX3" fmla="*/ 2311400 w 2514600"/>
              <a:gd name="connsiteY3" fmla="*/ 2997200 h 2997200"/>
              <a:gd name="connisteX4" fmla="*/ 203200 w 2514600"/>
              <a:gd name="connsiteY4" fmla="*/ 2997200 h 2997200"/>
              <a:gd name="connisteX5" fmla="*/ 0 w 2514600"/>
              <a:gd name="connsiteY5" fmla="*/ 2794000 h 2997200"/>
              <a:gd name="connisteX6" fmla="*/ 0 w 2514600"/>
              <a:gd name="connsiteY6" fmla="*/ 0 h 299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997200">
                <a:moveTo>
                  <a:pt x="0" y="0"/>
                </a:moveTo>
                <a:lnTo>
                  <a:pt x="2514600" y="0"/>
                </a:lnTo>
                <a:lnTo>
                  <a:pt x="2514600" y="2794000"/>
                </a:lnTo>
                <a:cubicBezTo>
                  <a:pt x="2514600" y="2906224"/>
                  <a:pt x="2423624" y="2997200"/>
                  <a:pt x="2311400" y="2997200"/>
                </a:cubicBezTo>
                <a:lnTo>
                  <a:pt x="203200" y="2997200"/>
                </a:lnTo>
                <a:cubicBezTo>
                  <a:pt x="90976" y="2997200"/>
                  <a:pt x="0" y="2906224"/>
                  <a:pt x="0" y="27940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0"/>
            </p:custDataLst>
          </p:nvPr>
        </p:nvSpPr>
        <p:spPr>
          <a:xfrm>
            <a:off x="3429000" y="1524000"/>
            <a:ext cx="2514600" cy="1727200"/>
          </a:xfrm>
          <a:custGeom>
            <a:avLst/>
            <a:gdLst>
              <a:gd name="connisteX0" fmla="*/ 0 w 2514600"/>
              <a:gd name="connsiteY0" fmla="*/ 203200 h 1727200"/>
              <a:gd name="connisteX1" fmla="*/ 203200 w 2514600"/>
              <a:gd name="connsiteY1" fmla="*/ 0 h 1727200"/>
              <a:gd name="connisteX2" fmla="*/ 2311400 w 2514600"/>
              <a:gd name="connsiteY2" fmla="*/ 0 h 1727200"/>
              <a:gd name="connisteX3" fmla="*/ 2514600 w 2514600"/>
              <a:gd name="connsiteY3" fmla="*/ 203200 h 1727200"/>
              <a:gd name="connisteX4" fmla="*/ 2514600 w 2514600"/>
              <a:gd name="connsiteY4" fmla="*/ 1727200 h 1727200"/>
              <a:gd name="connisteX5" fmla="*/ 0 w 2514600"/>
              <a:gd name="connsiteY5" fmla="*/ 1727200 h 1727200"/>
              <a:gd name="connisteX6" fmla="*/ 0 w 2514600"/>
              <a:gd name="connsiteY6" fmla="*/ 2032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1727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1727200"/>
                </a:lnTo>
                <a:lnTo>
                  <a:pt x="0" y="17272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3733800" y="35560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3733800" y="4114800"/>
            <a:ext cx="1905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8" hasCustomPrompt="1"/>
            <p:custDataLst>
              <p:tags r:id="rId13"/>
            </p:custDataLst>
          </p:nvPr>
        </p:nvSpPr>
        <p:spPr>
          <a:xfrm>
            <a:off x="6248400" y="3251200"/>
            <a:ext cx="2514600" cy="2997200"/>
          </a:xfrm>
          <a:custGeom>
            <a:avLst/>
            <a:gdLst>
              <a:gd name="connisteX0" fmla="*/ 0 w 2514600"/>
              <a:gd name="connsiteY0" fmla="*/ 0 h 2997200"/>
              <a:gd name="connisteX1" fmla="*/ 2514600 w 2514600"/>
              <a:gd name="connsiteY1" fmla="*/ 0 h 2997200"/>
              <a:gd name="connisteX2" fmla="*/ 2514600 w 2514600"/>
              <a:gd name="connsiteY2" fmla="*/ 2794000 h 2997200"/>
              <a:gd name="connisteX3" fmla="*/ 2311400 w 2514600"/>
              <a:gd name="connsiteY3" fmla="*/ 2997200 h 2997200"/>
              <a:gd name="connisteX4" fmla="*/ 203200 w 2514600"/>
              <a:gd name="connsiteY4" fmla="*/ 2997200 h 2997200"/>
              <a:gd name="connisteX5" fmla="*/ 0 w 2514600"/>
              <a:gd name="connsiteY5" fmla="*/ 2794000 h 2997200"/>
              <a:gd name="connisteX6" fmla="*/ 0 w 2514600"/>
              <a:gd name="connsiteY6" fmla="*/ 0 h 299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997200">
                <a:moveTo>
                  <a:pt x="0" y="0"/>
                </a:moveTo>
                <a:lnTo>
                  <a:pt x="2514600" y="0"/>
                </a:lnTo>
                <a:lnTo>
                  <a:pt x="2514600" y="2794000"/>
                </a:lnTo>
                <a:cubicBezTo>
                  <a:pt x="2514600" y="2906224"/>
                  <a:pt x="2423624" y="2997200"/>
                  <a:pt x="2311400" y="2997200"/>
                </a:cubicBezTo>
                <a:lnTo>
                  <a:pt x="203200" y="2997200"/>
                </a:lnTo>
                <a:cubicBezTo>
                  <a:pt x="90976" y="2997200"/>
                  <a:pt x="0" y="2906224"/>
                  <a:pt x="0" y="27940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图片占位符 19"/>
          <p:cNvSpPr>
            <a:spLocks noGrp="1"/>
          </p:cNvSpPr>
          <p:nvPr>
            <p:ph type="pic" idx="16399" hasCustomPrompt="1"/>
            <p:custDataLst>
              <p:tags r:id="rId14"/>
            </p:custDataLst>
          </p:nvPr>
        </p:nvSpPr>
        <p:spPr>
          <a:xfrm>
            <a:off x="6248400" y="1524000"/>
            <a:ext cx="2514600" cy="1727200"/>
          </a:xfrm>
          <a:custGeom>
            <a:avLst/>
            <a:gdLst>
              <a:gd name="connisteX0" fmla="*/ 0 w 2514600"/>
              <a:gd name="connsiteY0" fmla="*/ 203200 h 1727200"/>
              <a:gd name="connisteX1" fmla="*/ 203200 w 2514600"/>
              <a:gd name="connsiteY1" fmla="*/ 0 h 1727200"/>
              <a:gd name="connisteX2" fmla="*/ 2311400 w 2514600"/>
              <a:gd name="connsiteY2" fmla="*/ 0 h 1727200"/>
              <a:gd name="connisteX3" fmla="*/ 2514600 w 2514600"/>
              <a:gd name="connsiteY3" fmla="*/ 203200 h 1727200"/>
              <a:gd name="connisteX4" fmla="*/ 2514600 w 2514600"/>
              <a:gd name="connsiteY4" fmla="*/ 1727200 h 1727200"/>
              <a:gd name="connisteX5" fmla="*/ 0 w 2514600"/>
              <a:gd name="connsiteY5" fmla="*/ 1727200 h 1727200"/>
              <a:gd name="connisteX6" fmla="*/ 0 w 2514600"/>
              <a:gd name="connsiteY6" fmla="*/ 2032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1727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1727200"/>
                </a:lnTo>
                <a:lnTo>
                  <a:pt x="0" y="17272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0" hasCustomPrompt="1"/>
            <p:custDataLst>
              <p:tags r:id="rId15"/>
            </p:custDataLst>
          </p:nvPr>
        </p:nvSpPr>
        <p:spPr>
          <a:xfrm>
            <a:off x="6553200" y="35560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1" hasCustomPrompt="1"/>
            <p:custDataLst>
              <p:tags r:id="rId16"/>
            </p:custDataLst>
          </p:nvPr>
        </p:nvSpPr>
        <p:spPr>
          <a:xfrm>
            <a:off x="6553200" y="4114800"/>
            <a:ext cx="1905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16400" hasCustomPrompt="1"/>
            <p:custDataLst>
              <p:tags r:id="rId17"/>
            </p:custDataLst>
          </p:nvPr>
        </p:nvSpPr>
        <p:spPr>
          <a:xfrm>
            <a:off x="9067800" y="3251200"/>
            <a:ext cx="2514600" cy="2997200"/>
          </a:xfrm>
          <a:custGeom>
            <a:avLst/>
            <a:gdLst>
              <a:gd name="connisteX0" fmla="*/ 0 w 2514600"/>
              <a:gd name="connsiteY0" fmla="*/ 0 h 2997200"/>
              <a:gd name="connisteX1" fmla="*/ 2514600 w 2514600"/>
              <a:gd name="connsiteY1" fmla="*/ 0 h 2997200"/>
              <a:gd name="connisteX2" fmla="*/ 2514600 w 2514600"/>
              <a:gd name="connsiteY2" fmla="*/ 2794000 h 2997200"/>
              <a:gd name="connisteX3" fmla="*/ 2311400 w 2514600"/>
              <a:gd name="connsiteY3" fmla="*/ 2997200 h 2997200"/>
              <a:gd name="connisteX4" fmla="*/ 203200 w 2514600"/>
              <a:gd name="connsiteY4" fmla="*/ 2997200 h 2997200"/>
              <a:gd name="connisteX5" fmla="*/ 0 w 2514600"/>
              <a:gd name="connsiteY5" fmla="*/ 2794000 h 2997200"/>
              <a:gd name="connisteX6" fmla="*/ 0 w 2514600"/>
              <a:gd name="connsiteY6" fmla="*/ 0 h 299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2997200">
                <a:moveTo>
                  <a:pt x="0" y="0"/>
                </a:moveTo>
                <a:lnTo>
                  <a:pt x="2514600" y="0"/>
                </a:lnTo>
                <a:lnTo>
                  <a:pt x="2514600" y="2794000"/>
                </a:lnTo>
                <a:cubicBezTo>
                  <a:pt x="2514600" y="2906224"/>
                  <a:pt x="2423624" y="2997200"/>
                  <a:pt x="2311400" y="2997200"/>
                </a:cubicBezTo>
                <a:lnTo>
                  <a:pt x="203200" y="2997200"/>
                </a:lnTo>
                <a:cubicBezTo>
                  <a:pt x="90976" y="2997200"/>
                  <a:pt x="0" y="2906224"/>
                  <a:pt x="0" y="27940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图片占位符 23"/>
          <p:cNvSpPr>
            <a:spLocks noGrp="1"/>
          </p:cNvSpPr>
          <p:nvPr>
            <p:ph type="pic" idx="16401" hasCustomPrompt="1"/>
            <p:custDataLst>
              <p:tags r:id="rId18"/>
            </p:custDataLst>
          </p:nvPr>
        </p:nvSpPr>
        <p:spPr>
          <a:xfrm>
            <a:off x="9067800" y="1524000"/>
            <a:ext cx="2514600" cy="1727200"/>
          </a:xfrm>
          <a:custGeom>
            <a:avLst/>
            <a:gdLst>
              <a:gd name="connisteX0" fmla="*/ 0 w 2514600"/>
              <a:gd name="connsiteY0" fmla="*/ 203200 h 1727200"/>
              <a:gd name="connisteX1" fmla="*/ 203200 w 2514600"/>
              <a:gd name="connsiteY1" fmla="*/ 0 h 1727200"/>
              <a:gd name="connisteX2" fmla="*/ 2311400 w 2514600"/>
              <a:gd name="connsiteY2" fmla="*/ 0 h 1727200"/>
              <a:gd name="connisteX3" fmla="*/ 2514600 w 2514600"/>
              <a:gd name="connsiteY3" fmla="*/ 203200 h 1727200"/>
              <a:gd name="connisteX4" fmla="*/ 2514600 w 2514600"/>
              <a:gd name="connsiteY4" fmla="*/ 1727200 h 1727200"/>
              <a:gd name="connisteX5" fmla="*/ 0 w 2514600"/>
              <a:gd name="connsiteY5" fmla="*/ 1727200 h 1727200"/>
              <a:gd name="connisteX6" fmla="*/ 0 w 2514600"/>
              <a:gd name="connsiteY6" fmla="*/ 2032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2514600" h="1727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2311400" y="0"/>
                </a:lnTo>
                <a:cubicBezTo>
                  <a:pt x="2423624" y="0"/>
                  <a:pt x="2514600" y="90976"/>
                  <a:pt x="2514600" y="203200"/>
                </a:cubicBezTo>
                <a:lnTo>
                  <a:pt x="2514600" y="1727200"/>
                </a:lnTo>
                <a:lnTo>
                  <a:pt x="0" y="17272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25" name="文本占位符 24"/>
          <p:cNvSpPr>
            <a:spLocks noGrp="1"/>
          </p:cNvSpPr>
          <p:nvPr>
            <p:ph type="body" idx="16392" hasCustomPrompt="1"/>
            <p:custDataLst>
              <p:tags r:id="rId19"/>
            </p:custDataLst>
          </p:nvPr>
        </p:nvSpPr>
        <p:spPr>
          <a:xfrm>
            <a:off x="9372600" y="3556000"/>
            <a:ext cx="19050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项标题</a:t>
            </a:r>
            <a:endParaRPr lang="zh-CN" altLang="en-US" smtClean="0"/>
          </a:p>
        </p:txBody>
      </p:sp>
      <p:sp>
        <p:nvSpPr>
          <p:cNvPr id="26" name="文本占位符 25"/>
          <p:cNvSpPr>
            <a:spLocks noGrp="1"/>
          </p:cNvSpPr>
          <p:nvPr>
            <p:ph type="body" idx="16393" hasCustomPrompt="1"/>
            <p:custDataLst>
              <p:tags r:id="rId20"/>
            </p:custDataLst>
          </p:nvPr>
        </p:nvSpPr>
        <p:spPr>
          <a:xfrm>
            <a:off x="9372600" y="4114800"/>
            <a:ext cx="19050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6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4876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88" hasCustomPrompt="1"/>
            <p:custDataLst>
              <p:tags r:id="rId5"/>
            </p:custDataLst>
          </p:nvPr>
        </p:nvSpPr>
        <p:spPr>
          <a:xfrm>
            <a:off x="6096000" y="609600"/>
            <a:ext cx="5486400" cy="5638800"/>
          </a:xfrm>
          <a:custGeom>
            <a:avLst/>
            <a:gdLst>
              <a:gd name="connisteX0" fmla="*/ 0 w 5486400"/>
              <a:gd name="connsiteY0" fmla="*/ 203200 h 5638800"/>
              <a:gd name="connisteX1" fmla="*/ 203200 w 5486400"/>
              <a:gd name="connsiteY1" fmla="*/ 0 h 5638800"/>
              <a:gd name="connisteX2" fmla="*/ 5283200 w 5486400"/>
              <a:gd name="connsiteY2" fmla="*/ 0 h 5638800"/>
              <a:gd name="connisteX3" fmla="*/ 5486400 w 5486400"/>
              <a:gd name="connsiteY3" fmla="*/ 203200 h 5638800"/>
              <a:gd name="connisteX4" fmla="*/ 5486400 w 5486400"/>
              <a:gd name="connsiteY4" fmla="*/ 5435600 h 5638800"/>
              <a:gd name="connisteX5" fmla="*/ 5283200 w 5486400"/>
              <a:gd name="connsiteY5" fmla="*/ 5638800 h 5638800"/>
              <a:gd name="connisteX6" fmla="*/ 203200 w 5486400"/>
              <a:gd name="connsiteY6" fmla="*/ 5638800 h 5638800"/>
              <a:gd name="connisteX7" fmla="*/ 0 w 5486400"/>
              <a:gd name="connsiteY7" fmla="*/ 5435600 h 5638800"/>
              <a:gd name="connisteX8" fmla="*/ 0 w 54864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6096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762000" y="48260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762000" y="5334000"/>
            <a:ext cx="47244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2_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装饰  6"/>
          <p:cNvSpPr>
            <a:spLocks noGrp="1"/>
          </p:cNvSpPr>
          <p:nvPr>
            <p:ph type="body" idx="16390" hasCustomPrompt="1"/>
            <p:custDataLst>
              <p:tags r:id="rId5"/>
            </p:custDataLst>
          </p:nvPr>
        </p:nvSpPr>
        <p:spPr>
          <a:xfrm>
            <a:off x="609600" y="4470400"/>
            <a:ext cx="5334000" cy="1778000"/>
          </a:xfrm>
          <a:custGeom>
            <a:avLst/>
            <a:gdLst>
              <a:gd name="connisteX0" fmla="*/ 0 w 5334000"/>
              <a:gd name="connsiteY0" fmla="*/ 0 h 1778000"/>
              <a:gd name="connisteX1" fmla="*/ 5334000 w 5334000"/>
              <a:gd name="connsiteY1" fmla="*/ 0 h 1778000"/>
              <a:gd name="connisteX2" fmla="*/ 5334000 w 5334000"/>
              <a:gd name="connsiteY2" fmla="*/ 1574800 h 1778000"/>
              <a:gd name="connisteX3" fmla="*/ 5130800 w 5334000"/>
              <a:gd name="connsiteY3" fmla="*/ 1778000 h 1778000"/>
              <a:gd name="connisteX4" fmla="*/ 203200 w 5334000"/>
              <a:gd name="connsiteY4" fmla="*/ 1778000 h 1778000"/>
              <a:gd name="connisteX5" fmla="*/ 0 w 5334000"/>
              <a:gd name="connsiteY5" fmla="*/ 1574800 h 1778000"/>
              <a:gd name="connisteX6" fmla="*/ 0 w 5334000"/>
              <a:gd name="connsiteY6" fmla="*/ 0 h 177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1778000">
                <a:moveTo>
                  <a:pt x="0" y="0"/>
                </a:moveTo>
                <a:lnTo>
                  <a:pt x="5334000" y="0"/>
                </a:lnTo>
                <a:lnTo>
                  <a:pt x="5334000" y="1574800"/>
                </a:lnTo>
                <a:cubicBezTo>
                  <a:pt x="5334000" y="1687024"/>
                  <a:pt x="5243024" y="1778000"/>
                  <a:pt x="5130800" y="1778000"/>
                </a:cubicBezTo>
                <a:lnTo>
                  <a:pt x="203200" y="1778000"/>
                </a:lnTo>
                <a:cubicBezTo>
                  <a:pt x="90976" y="1778000"/>
                  <a:pt x="0" y="1687024"/>
                  <a:pt x="0" y="15748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0"/>
                  <a:lumOff val="100000"/>
                </a:schemeClr>
              </a:gs>
              <a:gs pos="100000">
                <a:schemeClr val="accent1">
                  <a:lumMod val="0"/>
                  <a:lumOff val="10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图片占位符 7"/>
          <p:cNvSpPr>
            <a:spLocks noGrp="1"/>
          </p:cNvSpPr>
          <p:nvPr>
            <p:ph type="pic" idx="16391" hasCustomPrompt="1"/>
            <p:custDataLst>
              <p:tags r:id="rId6"/>
            </p:custDataLst>
          </p:nvPr>
        </p:nvSpPr>
        <p:spPr>
          <a:xfrm>
            <a:off x="609600" y="1524000"/>
            <a:ext cx="5334000" cy="2946400"/>
          </a:xfrm>
          <a:custGeom>
            <a:avLst/>
            <a:gdLst>
              <a:gd name="connisteX0" fmla="*/ 0 w 5334000"/>
              <a:gd name="connsiteY0" fmla="*/ 203200 h 2946400"/>
              <a:gd name="connisteX1" fmla="*/ 203200 w 5334000"/>
              <a:gd name="connsiteY1" fmla="*/ 0 h 2946400"/>
              <a:gd name="connisteX2" fmla="*/ 5130800 w 5334000"/>
              <a:gd name="connsiteY2" fmla="*/ 0 h 2946400"/>
              <a:gd name="connisteX3" fmla="*/ 5334000 w 5334000"/>
              <a:gd name="connsiteY3" fmla="*/ 203200 h 2946400"/>
              <a:gd name="connisteX4" fmla="*/ 5334000 w 5334000"/>
              <a:gd name="connsiteY4" fmla="*/ 2946400 h 2946400"/>
              <a:gd name="connisteX5" fmla="*/ 0 w 5334000"/>
              <a:gd name="connsiteY5" fmla="*/ 2946400 h 2946400"/>
              <a:gd name="connisteX6" fmla="*/ 0 w 5334000"/>
              <a:gd name="connsiteY6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946400"/>
                </a:lnTo>
                <a:lnTo>
                  <a:pt x="0" y="29464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914400" y="4775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914400" y="53340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装饰  2"/>
          <p:cNvSpPr>
            <a:spLocks noGrp="1"/>
          </p:cNvSpPr>
          <p:nvPr>
            <p:ph type="body" idx="16392" hasCustomPrompt="1"/>
            <p:custDataLst>
              <p:tags r:id="rId9"/>
            </p:custDataLst>
          </p:nvPr>
        </p:nvSpPr>
        <p:spPr>
          <a:xfrm>
            <a:off x="6248400" y="4470400"/>
            <a:ext cx="5334000" cy="1778000"/>
          </a:xfrm>
          <a:custGeom>
            <a:avLst/>
            <a:gdLst>
              <a:gd name="connisteX0" fmla="*/ 0 w 5334000"/>
              <a:gd name="connsiteY0" fmla="*/ 0 h 1778000"/>
              <a:gd name="connisteX1" fmla="*/ 5334000 w 5334000"/>
              <a:gd name="connsiteY1" fmla="*/ 0 h 1778000"/>
              <a:gd name="connisteX2" fmla="*/ 5334000 w 5334000"/>
              <a:gd name="connsiteY2" fmla="*/ 1574800 h 1778000"/>
              <a:gd name="connisteX3" fmla="*/ 5130800 w 5334000"/>
              <a:gd name="connsiteY3" fmla="*/ 1778000 h 1778000"/>
              <a:gd name="connisteX4" fmla="*/ 203200 w 5334000"/>
              <a:gd name="connsiteY4" fmla="*/ 1778000 h 1778000"/>
              <a:gd name="connisteX5" fmla="*/ 0 w 5334000"/>
              <a:gd name="connsiteY5" fmla="*/ 1574800 h 1778000"/>
              <a:gd name="connisteX6" fmla="*/ 0 w 5334000"/>
              <a:gd name="connsiteY6" fmla="*/ 0 h 1778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1778000">
                <a:moveTo>
                  <a:pt x="0" y="0"/>
                </a:moveTo>
                <a:lnTo>
                  <a:pt x="5334000" y="0"/>
                </a:lnTo>
                <a:lnTo>
                  <a:pt x="5334000" y="1574800"/>
                </a:lnTo>
                <a:cubicBezTo>
                  <a:pt x="5334000" y="1687024"/>
                  <a:pt x="5243024" y="1778000"/>
                  <a:pt x="5130800" y="1778000"/>
                </a:cubicBezTo>
                <a:lnTo>
                  <a:pt x="203200" y="1778000"/>
                </a:lnTo>
                <a:cubicBezTo>
                  <a:pt x="90976" y="1778000"/>
                  <a:pt x="0" y="1687024"/>
                  <a:pt x="0" y="1574800"/>
                </a:cubicBez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6" name="图片占位符 15"/>
          <p:cNvSpPr>
            <a:spLocks noGrp="1"/>
          </p:cNvSpPr>
          <p:nvPr>
            <p:ph type="pic" idx="16393" hasCustomPrompt="1"/>
            <p:custDataLst>
              <p:tags r:id="rId10"/>
            </p:custDataLst>
          </p:nvPr>
        </p:nvSpPr>
        <p:spPr>
          <a:xfrm>
            <a:off x="6248400" y="1524000"/>
            <a:ext cx="5334000" cy="2946400"/>
          </a:xfrm>
          <a:custGeom>
            <a:avLst/>
            <a:gdLst>
              <a:gd name="connisteX0" fmla="*/ 0 w 5334000"/>
              <a:gd name="connsiteY0" fmla="*/ 203200 h 2946400"/>
              <a:gd name="connisteX1" fmla="*/ 203200 w 5334000"/>
              <a:gd name="connsiteY1" fmla="*/ 0 h 2946400"/>
              <a:gd name="connisteX2" fmla="*/ 5130800 w 5334000"/>
              <a:gd name="connsiteY2" fmla="*/ 0 h 2946400"/>
              <a:gd name="connisteX3" fmla="*/ 5334000 w 5334000"/>
              <a:gd name="connsiteY3" fmla="*/ 203200 h 2946400"/>
              <a:gd name="connisteX4" fmla="*/ 5334000 w 5334000"/>
              <a:gd name="connsiteY4" fmla="*/ 2946400 h 2946400"/>
              <a:gd name="connisteX5" fmla="*/ 0 w 5334000"/>
              <a:gd name="connsiteY5" fmla="*/ 2946400 h 2946400"/>
              <a:gd name="connisteX6" fmla="*/ 0 w 5334000"/>
              <a:gd name="connsiteY6" fmla="*/ 203200 h 2946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5334000" h="2946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130800" y="0"/>
                </a:lnTo>
                <a:cubicBezTo>
                  <a:pt x="5243024" y="0"/>
                  <a:pt x="5334000" y="90976"/>
                  <a:pt x="5334000" y="203200"/>
                </a:cubicBezTo>
                <a:lnTo>
                  <a:pt x="5334000" y="2946400"/>
                </a:lnTo>
                <a:lnTo>
                  <a:pt x="0" y="29464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8" hasCustomPrompt="1"/>
            <p:custDataLst>
              <p:tags r:id="rId11"/>
            </p:custDataLst>
          </p:nvPr>
        </p:nvSpPr>
        <p:spPr>
          <a:xfrm>
            <a:off x="6553200" y="47752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89" hasCustomPrompt="1"/>
            <p:custDataLst>
              <p:tags r:id="rId12"/>
            </p:custDataLst>
          </p:nvPr>
        </p:nvSpPr>
        <p:spPr>
          <a:xfrm>
            <a:off x="6553200" y="53340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9_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88" hasCustomPrompt="1"/>
            <p:custDataLst>
              <p:tags r:id="rId5"/>
            </p:custDataLst>
          </p:nvPr>
        </p:nvSpPr>
        <p:spPr>
          <a:xfrm>
            <a:off x="609600" y="2794000"/>
            <a:ext cx="10972800" cy="3454400"/>
          </a:xfrm>
          <a:custGeom>
            <a:avLst/>
            <a:gdLst>
              <a:gd name="connisteX0" fmla="*/ 0 w 10972800"/>
              <a:gd name="connsiteY0" fmla="*/ 203200 h 3454400"/>
              <a:gd name="connisteX1" fmla="*/ 203200 w 10972800"/>
              <a:gd name="connsiteY1" fmla="*/ 0 h 3454400"/>
              <a:gd name="connisteX2" fmla="*/ 10769600 w 10972800"/>
              <a:gd name="connsiteY2" fmla="*/ 0 h 3454400"/>
              <a:gd name="connisteX3" fmla="*/ 10972800 w 10972800"/>
              <a:gd name="connsiteY3" fmla="*/ 203200 h 3454400"/>
              <a:gd name="connisteX4" fmla="*/ 10972800 w 10972800"/>
              <a:gd name="connsiteY4" fmla="*/ 3251200 h 3454400"/>
              <a:gd name="connisteX5" fmla="*/ 10769600 w 10972800"/>
              <a:gd name="connsiteY5" fmla="*/ 3454400 h 3454400"/>
              <a:gd name="connisteX6" fmla="*/ 203200 w 10972800"/>
              <a:gd name="connsiteY6" fmla="*/ 3454400 h 3454400"/>
              <a:gd name="connisteX7" fmla="*/ 0 w 10972800"/>
              <a:gd name="connsiteY7" fmla="*/ 3251200 h 3454400"/>
              <a:gd name="connisteX8" fmla="*/ 0 w 10972800"/>
              <a:gd name="connsiteY8" fmla="*/ 203200 h 345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45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3251200"/>
                </a:lnTo>
                <a:cubicBezTo>
                  <a:pt x="10972800" y="3363424"/>
                  <a:pt x="10881824" y="3454400"/>
                  <a:pt x="10769600" y="3454400"/>
                </a:cubicBezTo>
                <a:lnTo>
                  <a:pt x="203200" y="3454400"/>
                </a:lnTo>
                <a:cubicBezTo>
                  <a:pt x="90976" y="3454400"/>
                  <a:pt x="0" y="3363424"/>
                  <a:pt x="0" y="32512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609600" y="1524000"/>
            <a:ext cx="50800" cy="812800"/>
          </a:xfrm>
          <a:custGeom>
            <a:avLst/>
            <a:gdLst>
              <a:gd name="connisteX0" fmla="*/ 0 w 50800"/>
              <a:gd name="connsiteY0" fmla="*/ 25400 h 812800"/>
              <a:gd name="connisteX1" fmla="*/ 25400 w 50800"/>
              <a:gd name="connsiteY1" fmla="*/ 0 h 812800"/>
              <a:gd name="connisteX2" fmla="*/ 25400 w 50800"/>
              <a:gd name="connsiteY2" fmla="*/ 0 h 812800"/>
              <a:gd name="connisteX3" fmla="*/ 50800 w 50800"/>
              <a:gd name="connsiteY3" fmla="*/ 25400 h 812800"/>
              <a:gd name="connisteX4" fmla="*/ 50800 w 50800"/>
              <a:gd name="connsiteY4" fmla="*/ 787400 h 812800"/>
              <a:gd name="connisteX5" fmla="*/ 25400 w 50800"/>
              <a:gd name="connsiteY5" fmla="*/ 812800 h 812800"/>
              <a:gd name="connisteX6" fmla="*/ 25400 w 50800"/>
              <a:gd name="connsiteY6" fmla="*/ 812800 h 812800"/>
              <a:gd name="connisteX7" fmla="*/ 0 w 50800"/>
              <a:gd name="connsiteY7" fmla="*/ 787400 h 812800"/>
              <a:gd name="connisteX8" fmla="*/ 0 w 50800"/>
              <a:gd name="connsiteY8" fmla="*/ 254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8128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787400"/>
                </a:lnTo>
                <a:cubicBezTo>
                  <a:pt x="50800" y="801428"/>
                  <a:pt x="39428" y="812800"/>
                  <a:pt x="25400" y="812800"/>
                </a:cubicBezTo>
                <a:lnTo>
                  <a:pt x="25400" y="812800"/>
                </a:lnTo>
                <a:cubicBezTo>
                  <a:pt x="11372" y="812800"/>
                  <a:pt x="0" y="801428"/>
                  <a:pt x="0" y="7874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762000" y="1524000"/>
            <a:ext cx="10820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762000" y="2032000"/>
            <a:ext cx="108204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9_1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88" hasCustomPrompt="1"/>
            <p:custDataLst>
              <p:tags r:id="rId5"/>
            </p:custDataLst>
          </p:nvPr>
        </p:nvSpPr>
        <p:spPr>
          <a:xfrm>
            <a:off x="609600" y="1524000"/>
            <a:ext cx="10972800" cy="3556000"/>
          </a:xfrm>
          <a:custGeom>
            <a:avLst/>
            <a:gdLst>
              <a:gd name="connisteX0" fmla="*/ 0 w 10972800"/>
              <a:gd name="connsiteY0" fmla="*/ 203200 h 3556000"/>
              <a:gd name="connisteX1" fmla="*/ 203200 w 10972800"/>
              <a:gd name="connsiteY1" fmla="*/ 0 h 3556000"/>
              <a:gd name="connisteX2" fmla="*/ 10769600 w 10972800"/>
              <a:gd name="connsiteY2" fmla="*/ 0 h 3556000"/>
              <a:gd name="connisteX3" fmla="*/ 10972800 w 10972800"/>
              <a:gd name="connsiteY3" fmla="*/ 203200 h 3556000"/>
              <a:gd name="connisteX4" fmla="*/ 10972800 w 10972800"/>
              <a:gd name="connsiteY4" fmla="*/ 3352800 h 3556000"/>
              <a:gd name="connisteX5" fmla="*/ 10769600 w 10972800"/>
              <a:gd name="connsiteY5" fmla="*/ 3556000 h 3556000"/>
              <a:gd name="connisteX6" fmla="*/ 203200 w 10972800"/>
              <a:gd name="connsiteY6" fmla="*/ 3556000 h 3556000"/>
              <a:gd name="connisteX7" fmla="*/ 0 w 10972800"/>
              <a:gd name="connsiteY7" fmla="*/ 3352800 h 3556000"/>
              <a:gd name="connisteX8" fmla="*/ 0 w 10972800"/>
              <a:gd name="connsiteY8" fmla="*/ 203200 h 3556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35560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3352800"/>
                </a:lnTo>
                <a:cubicBezTo>
                  <a:pt x="10972800" y="3465024"/>
                  <a:pt x="10881824" y="3556000"/>
                  <a:pt x="10769600" y="3556000"/>
                </a:cubicBezTo>
                <a:lnTo>
                  <a:pt x="203200" y="3556000"/>
                </a:lnTo>
                <a:cubicBezTo>
                  <a:pt x="90976" y="3556000"/>
                  <a:pt x="0" y="3465024"/>
                  <a:pt x="0" y="33528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6"/>
            </p:custDataLst>
          </p:nvPr>
        </p:nvSpPr>
        <p:spPr>
          <a:xfrm>
            <a:off x="609600" y="5384800"/>
            <a:ext cx="10972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609600" y="5943600"/>
            <a:ext cx="10972800" cy="304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6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4"/>
            </p:custDataLst>
          </p:nvPr>
        </p:nvSpPr>
        <p:spPr>
          <a:xfrm>
            <a:off x="6705600" y="533400"/>
            <a:ext cx="4876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88" hasCustomPrompt="1"/>
            <p:custDataLst>
              <p:tags r:id="rId5"/>
            </p:custDataLst>
          </p:nvPr>
        </p:nvSpPr>
        <p:spPr>
          <a:xfrm>
            <a:off x="609600" y="609600"/>
            <a:ext cx="5486400" cy="5638800"/>
          </a:xfrm>
          <a:custGeom>
            <a:avLst/>
            <a:gdLst>
              <a:gd name="connisteX0" fmla="*/ 0 w 5486400"/>
              <a:gd name="connsiteY0" fmla="*/ 203200 h 5638800"/>
              <a:gd name="connisteX1" fmla="*/ 203200 w 5486400"/>
              <a:gd name="connsiteY1" fmla="*/ 0 h 5638800"/>
              <a:gd name="connisteX2" fmla="*/ 5283200 w 5486400"/>
              <a:gd name="connsiteY2" fmla="*/ 0 h 5638800"/>
              <a:gd name="connisteX3" fmla="*/ 5486400 w 5486400"/>
              <a:gd name="connsiteY3" fmla="*/ 203200 h 5638800"/>
              <a:gd name="connisteX4" fmla="*/ 5486400 w 5486400"/>
              <a:gd name="connsiteY4" fmla="*/ 5435600 h 5638800"/>
              <a:gd name="connisteX5" fmla="*/ 5283200 w 5486400"/>
              <a:gd name="connsiteY5" fmla="*/ 5638800 h 5638800"/>
              <a:gd name="connisteX6" fmla="*/ 203200 w 5486400"/>
              <a:gd name="connsiteY6" fmla="*/ 5638800 h 5638800"/>
              <a:gd name="connisteX7" fmla="*/ 0 w 5486400"/>
              <a:gd name="connsiteY7" fmla="*/ 5435600 h 5638800"/>
              <a:gd name="connisteX8" fmla="*/ 0 w 54864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4864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5283200" y="0"/>
                </a:lnTo>
                <a:cubicBezTo>
                  <a:pt x="5395424" y="0"/>
                  <a:pt x="5486400" y="90976"/>
                  <a:pt x="5486400" y="203200"/>
                </a:cubicBezTo>
                <a:lnTo>
                  <a:pt x="5486400" y="5435600"/>
                </a:lnTo>
                <a:cubicBezTo>
                  <a:pt x="5486400" y="5547824"/>
                  <a:pt x="5395424" y="5638800"/>
                  <a:pt x="52832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装饰  7"/>
          <p:cNvSpPr>
            <a:spLocks noGrp="1"/>
          </p:cNvSpPr>
          <p:nvPr>
            <p:ph type="body" idx="16389" hasCustomPrompt="1"/>
            <p:custDataLst>
              <p:tags r:id="rId6"/>
            </p:custDataLst>
          </p:nvPr>
        </p:nvSpPr>
        <p:spPr>
          <a:xfrm>
            <a:off x="6705600" y="4216400"/>
            <a:ext cx="50800" cy="2032000"/>
          </a:xfrm>
          <a:custGeom>
            <a:avLst/>
            <a:gdLst>
              <a:gd name="connisteX0" fmla="*/ 0 w 50800"/>
              <a:gd name="connsiteY0" fmla="*/ 25400 h 2032000"/>
              <a:gd name="connisteX1" fmla="*/ 25400 w 50800"/>
              <a:gd name="connsiteY1" fmla="*/ 0 h 2032000"/>
              <a:gd name="connisteX2" fmla="*/ 25400 w 50800"/>
              <a:gd name="connsiteY2" fmla="*/ 0 h 2032000"/>
              <a:gd name="connisteX3" fmla="*/ 50800 w 50800"/>
              <a:gd name="connsiteY3" fmla="*/ 25400 h 2032000"/>
              <a:gd name="connisteX4" fmla="*/ 50800 w 50800"/>
              <a:gd name="connsiteY4" fmla="*/ 2006600 h 2032000"/>
              <a:gd name="connisteX5" fmla="*/ 25400 w 50800"/>
              <a:gd name="connsiteY5" fmla="*/ 2032000 h 2032000"/>
              <a:gd name="connisteX6" fmla="*/ 25400 w 50800"/>
              <a:gd name="connsiteY6" fmla="*/ 2032000 h 2032000"/>
              <a:gd name="connisteX7" fmla="*/ 0 w 50800"/>
              <a:gd name="connsiteY7" fmla="*/ 2006600 h 2032000"/>
              <a:gd name="connisteX8" fmla="*/ 0 w 50800"/>
              <a:gd name="connsiteY8" fmla="*/ 25400 h 203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20320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2006600"/>
                </a:lnTo>
                <a:cubicBezTo>
                  <a:pt x="50800" y="2020628"/>
                  <a:pt x="39428" y="2032000"/>
                  <a:pt x="25400" y="2032000"/>
                </a:cubicBezTo>
                <a:lnTo>
                  <a:pt x="25400" y="2032000"/>
                </a:lnTo>
                <a:cubicBezTo>
                  <a:pt x="11372" y="2032000"/>
                  <a:pt x="0" y="2020628"/>
                  <a:pt x="0" y="20066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0" name="文本占位符 9"/>
          <p:cNvSpPr>
            <a:spLocks noGrp="1"/>
          </p:cNvSpPr>
          <p:nvPr>
            <p:ph type="body" idx="16386" hasCustomPrompt="1"/>
            <p:custDataLst>
              <p:tags r:id="rId7"/>
            </p:custDataLst>
          </p:nvPr>
        </p:nvSpPr>
        <p:spPr>
          <a:xfrm>
            <a:off x="6858000" y="4216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6858000" y="4724400"/>
            <a:ext cx="47244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4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93" hasCustomPrompt="1"/>
            <p:custDataLst>
              <p:tags r:id="rId7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4" hasCustomPrompt="1"/>
            <p:custDataLst>
              <p:tags r:id="rId10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2" hasCustomPrompt="1"/>
            <p:custDataLst>
              <p:tags r:id="rId12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5" hasCustomPrompt="1"/>
            <p:custDataLst>
              <p:tags r:id="rId13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4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t>CONTENTS</a:t>
            </a:r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5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6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0" name="装饰  9"/>
          <p:cNvSpPr>
            <a:spLocks noGrp="1"/>
          </p:cNvSpPr>
          <p:nvPr>
            <p:ph type="body" idx="16395" hasCustomPrompt="1"/>
            <p:custDataLst>
              <p:tags r:id="rId7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8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 hasCustomPrompt="1"/>
            <p:custDataLst>
              <p:tags r:id="rId9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6" name="装饰  5"/>
          <p:cNvSpPr>
            <a:spLocks noGrp="1"/>
          </p:cNvSpPr>
          <p:nvPr>
            <p:ph type="body" idx="16396" hasCustomPrompt="1"/>
            <p:custDataLst>
              <p:tags r:id="rId10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1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2" hasCustomPrompt="1"/>
            <p:custDataLst>
              <p:tags r:id="rId12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16397" hasCustomPrompt="1"/>
            <p:custDataLst>
              <p:tags r:id="rId13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文本占位符 19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4" hasCustomPrompt="1"/>
            <p:custDataLst>
              <p:tags r:id="rId15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16398" hasCustomPrompt="1"/>
            <p:custDataLst>
              <p:tags r:id="rId16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文本占位符 22"/>
          <p:cNvSpPr>
            <a:spLocks noGrp="1"/>
          </p:cNvSpPr>
          <p:nvPr>
            <p:ph type="body" idx="16393" hasCustomPrompt="1"/>
            <p:custDataLst>
              <p:tags r:id="rId17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灯片编号占位符 8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"/>
            <p:custDataLst>
              <p:tags r:id="rId4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5" name="标题占位符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1"/>
          <p:cNvSpPr/>
          <p:nvPr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>
            <p:custDataLst>
              <p:tags r:id="rId3"/>
            </p:custDataLst>
          </p:nvPr>
        </p:nvSpPr>
        <p:spPr>
          <a:xfrm>
            <a:off x="0" y="0"/>
            <a:ext cx="1174115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矩形 16"/>
          <p:cNvSpPr/>
          <p:nvPr>
            <p:custDataLst>
              <p:tags r:id="rId4"/>
            </p:custDataLst>
          </p:nvPr>
        </p:nvSpPr>
        <p:spPr>
          <a:xfrm>
            <a:off x="240665" y="192405"/>
            <a:ext cx="11951335" cy="647319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矩形 17"/>
          <p:cNvSpPr/>
          <p:nvPr>
            <p:custDataLst>
              <p:tags r:id="rId5"/>
            </p:custDataLst>
          </p:nvPr>
        </p:nvSpPr>
        <p:spPr>
          <a:xfrm>
            <a:off x="11925935" y="0"/>
            <a:ext cx="165100" cy="48006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>
            <p:custDataLst>
              <p:tags r:id="rId6"/>
            </p:custDataLst>
          </p:nvPr>
        </p:nvSpPr>
        <p:spPr>
          <a:xfrm>
            <a:off x="11277600" y="6641465"/>
            <a:ext cx="457200" cy="216535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任意多边形: 形状 19"/>
          <p:cNvSpPr/>
          <p:nvPr>
            <p:custDataLst>
              <p:tags r:id="rId7"/>
            </p:custDataLst>
          </p:nvPr>
        </p:nvSpPr>
        <p:spPr>
          <a:xfrm flipH="1">
            <a:off x="7226970" y="1347539"/>
            <a:ext cx="3774669" cy="789270"/>
          </a:xfrm>
          <a:custGeom>
            <a:avLst/>
            <a:gdLst>
              <a:gd name="connsiteX0" fmla="*/ 0 w 7382577"/>
              <a:gd name="connsiteY0" fmla="*/ 1106905 h 2492943"/>
              <a:gd name="connsiteX1" fmla="*/ 1126156 w 7382577"/>
              <a:gd name="connsiteY1" fmla="*/ 1106905 h 2492943"/>
              <a:gd name="connsiteX2" fmla="*/ 1260909 w 7382577"/>
              <a:gd name="connsiteY2" fmla="*/ 1925053 h 2492943"/>
              <a:gd name="connsiteX3" fmla="*/ 1742172 w 7382577"/>
              <a:gd name="connsiteY3" fmla="*/ 0 h 2492943"/>
              <a:gd name="connsiteX4" fmla="*/ 2088682 w 7382577"/>
              <a:gd name="connsiteY4" fmla="*/ 2492943 h 2492943"/>
              <a:gd name="connsiteX5" fmla="*/ 2444817 w 7382577"/>
              <a:gd name="connsiteY5" fmla="*/ 1097280 h 2492943"/>
              <a:gd name="connsiteX6" fmla="*/ 7382577 w 7382577"/>
              <a:gd name="connsiteY6" fmla="*/ 1097280 h 2492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2577" h="2492943">
                <a:moveTo>
                  <a:pt x="0" y="1106905"/>
                </a:moveTo>
                <a:lnTo>
                  <a:pt x="1126156" y="1106905"/>
                </a:lnTo>
                <a:lnTo>
                  <a:pt x="1260909" y="1925053"/>
                </a:lnTo>
                <a:lnTo>
                  <a:pt x="1742172" y="0"/>
                </a:lnTo>
                <a:lnTo>
                  <a:pt x="2088682" y="2492943"/>
                </a:lnTo>
                <a:lnTo>
                  <a:pt x="2444817" y="1097280"/>
                </a:lnTo>
                <a:lnTo>
                  <a:pt x="7382577" y="1097280"/>
                </a:lnTo>
              </a:path>
            </a:pathLst>
          </a:custGeom>
          <a:noFill/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19" name="任意多边形: 形状 18"/>
          <p:cNvSpPr/>
          <p:nvPr>
            <p:custDataLst>
              <p:tags r:id="rId8"/>
            </p:custDataLst>
          </p:nvPr>
        </p:nvSpPr>
        <p:spPr>
          <a:xfrm>
            <a:off x="1278558" y="1347539"/>
            <a:ext cx="3774669" cy="789270"/>
          </a:xfrm>
          <a:custGeom>
            <a:avLst/>
            <a:gdLst>
              <a:gd name="connsiteX0" fmla="*/ 0 w 7382577"/>
              <a:gd name="connsiteY0" fmla="*/ 1106905 h 2492943"/>
              <a:gd name="connsiteX1" fmla="*/ 1126156 w 7382577"/>
              <a:gd name="connsiteY1" fmla="*/ 1106905 h 2492943"/>
              <a:gd name="connsiteX2" fmla="*/ 1260909 w 7382577"/>
              <a:gd name="connsiteY2" fmla="*/ 1925053 h 2492943"/>
              <a:gd name="connsiteX3" fmla="*/ 1742172 w 7382577"/>
              <a:gd name="connsiteY3" fmla="*/ 0 h 2492943"/>
              <a:gd name="connsiteX4" fmla="*/ 2088682 w 7382577"/>
              <a:gd name="connsiteY4" fmla="*/ 2492943 h 2492943"/>
              <a:gd name="connsiteX5" fmla="*/ 2444817 w 7382577"/>
              <a:gd name="connsiteY5" fmla="*/ 1097280 h 2492943"/>
              <a:gd name="connsiteX6" fmla="*/ 7382577 w 7382577"/>
              <a:gd name="connsiteY6" fmla="*/ 1097280 h 24929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7382577" h="2492943">
                <a:moveTo>
                  <a:pt x="0" y="1106905"/>
                </a:moveTo>
                <a:lnTo>
                  <a:pt x="1126156" y="1106905"/>
                </a:lnTo>
                <a:lnTo>
                  <a:pt x="1260909" y="1925053"/>
                </a:lnTo>
                <a:lnTo>
                  <a:pt x="1742172" y="0"/>
                </a:lnTo>
                <a:lnTo>
                  <a:pt x="2088682" y="2492943"/>
                </a:lnTo>
                <a:lnTo>
                  <a:pt x="2444817" y="1097280"/>
                </a:lnTo>
                <a:lnTo>
                  <a:pt x="7382577" y="1097280"/>
                </a:lnTo>
              </a:path>
            </a:pathLst>
          </a:custGeom>
          <a:noFill/>
          <a:ln w="190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lt1"/>
              </a:solidFill>
            </a:endParaRPr>
          </a:p>
        </p:txBody>
      </p:sp>
      <p:sp>
        <p:nvSpPr>
          <p:cNvPr id="6" name="标题 1"/>
          <p:cNvSpPr>
            <a:spLocks noGrp="1"/>
          </p:cNvSpPr>
          <p:nvPr userDrawn="1">
            <p:ph type="title" hasCustomPrompt="1"/>
            <p:custDataLst>
              <p:tags r:id="rId9"/>
            </p:custDataLst>
          </p:nvPr>
        </p:nvSpPr>
        <p:spPr>
          <a:xfrm>
            <a:off x="5157288" y="925880"/>
            <a:ext cx="1977755" cy="1081088"/>
          </a:xfrm>
        </p:spPr>
        <p:txBody>
          <a:bodyPr wrap="square" anchor="b">
            <a:normAutofit/>
          </a:bodyPr>
          <a:lstStyle>
            <a:lvl1pPr algn="ctr">
              <a:defRPr kumimoji="0" lang="zh-CN" altLang="en-US" sz="6000" b="0" i="0" u="none" strike="noStrike" kern="1200" cap="none" spc="0" normalizeH="0" baseline="0" noProof="1" dirty="0">
                <a:solidFill>
                  <a:schemeClr val="accent1">
                    <a:lumMod val="55303"/>
                  </a:schemeClr>
                </a:solidFill>
                <a:latin typeface="+mj-lt"/>
                <a:ea typeface="+mj-ea"/>
                <a:cs typeface="阿里巴巴普惠体 R" panose="00020600040101010101" pitchFamily="18" charset="-122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9" name="灯片编号占位符 5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 userDrawn="1">
            <p:ph type="ftr" sz="quarter" idx="11"/>
            <p:custDataLst>
              <p:tags r:id="rId1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 userDrawn="1">
            <p:ph type="dt" sz="half" idx="10"/>
            <p:custDataLst>
              <p:tags r:id="rId1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2"/>
            </p:custDataLst>
          </p:nvPr>
        </p:nvSpPr>
        <p:spPr>
          <a:xfrm>
            <a:off x="69596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172200" y="1301750"/>
            <a:ext cx="5323840" cy="487585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Text Placeholder 5"/>
          <p:cNvSpPr>
            <a:spLocks noGrp="1"/>
          </p:cNvSpPr>
          <p:nvPr>
            <p:ph type="body" idx="13" hasCustomPrompt="1"/>
            <p:custDataLst>
              <p:tags r:id="rId5"/>
            </p:custDataLst>
          </p:nvPr>
        </p:nvSpPr>
        <p:spPr>
          <a:xfrm>
            <a:off x="695960" y="1301750"/>
            <a:ext cx="10799088" cy="405553"/>
          </a:xfrm>
        </p:spPr>
        <p:txBody>
          <a:bodyPr/>
          <a:lstStyle>
            <a:lvl5pPr>
              <a:buNone/>
              <a:defRPr/>
            </a:lvl5pPr>
          </a:lstStyle>
          <a:p>
            <a:pPr lvl="0"/>
            <a:r>
              <a:rPr lang="zh-CN" altLang="en-US" smtClean="0"/>
              <a:t>单击此处编辑副标题</a:t>
            </a:r>
            <a:endParaRPr lang="zh-CN" altLang="en-US" smtClean="0"/>
          </a:p>
        </p:txBody>
      </p:sp>
      <p:sp>
        <p:nvSpPr>
          <p:cNvPr id="7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4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9" name="图片 37" descr="资源 3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6517473" y="5669280"/>
            <a:ext cx="1358147" cy="1188720"/>
          </a:xfrm>
          <a:prstGeom prst="rect">
            <a:avLst/>
          </a:prstGeom>
        </p:spPr>
      </p:pic>
      <p:sp>
        <p:nvSpPr>
          <p:cNvPr id="8" name="矩形 5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39624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6"/>
          <p:cNvSpPr/>
          <p:nvPr userDrawn="1">
            <p:custDataLst>
              <p:tags r:id="rId7"/>
            </p:custDataLst>
          </p:nvPr>
        </p:nvSpPr>
        <p:spPr>
          <a:xfrm>
            <a:off x="1447800" y="1181100"/>
            <a:ext cx="10744200" cy="449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rgbClr val="FFFFFF"/>
              </a:solidFill>
            </a:endParaRPr>
          </a:p>
        </p:txBody>
      </p:sp>
      <p:sp>
        <p:nvSpPr>
          <p:cNvPr id="10" name="矩形 7"/>
          <p:cNvSpPr/>
          <p:nvPr userDrawn="1">
            <p:custDataLst>
              <p:tags r:id="rId8"/>
            </p:custDataLst>
          </p:nvPr>
        </p:nvSpPr>
        <p:spPr>
          <a:xfrm>
            <a:off x="11277600" y="0"/>
            <a:ext cx="457200" cy="48006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" name="图片 7" descr="资源 1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6385" y="298450"/>
            <a:ext cx="907148" cy="907148"/>
          </a:xfrm>
          <a:prstGeom prst="rect">
            <a:avLst/>
          </a:prstGeom>
        </p:spPr>
      </p:pic>
      <p:pic>
        <p:nvPicPr>
          <p:cNvPr id="22" name="图片 29" descr="资源 23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flipV="1">
            <a:off x="462680" y="6422357"/>
            <a:ext cx="990734" cy="96041"/>
          </a:xfrm>
          <a:prstGeom prst="rect">
            <a:avLst/>
          </a:prstGeom>
        </p:spPr>
      </p:pic>
      <p:pic>
        <p:nvPicPr>
          <p:cNvPr id="23" name="图片 29" descr="资源 23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flipV="1">
            <a:off x="462680" y="6181725"/>
            <a:ext cx="990734" cy="96041"/>
          </a:xfrm>
          <a:prstGeom prst="rect">
            <a:avLst/>
          </a:prstGeom>
        </p:spPr>
      </p:pic>
      <p:sp>
        <p:nvSpPr>
          <p:cNvPr id="25" name="矩形 24"/>
          <p:cNvSpPr/>
          <p:nvPr userDrawn="1">
            <p:custDataLst>
              <p:tags r:id="rId16"/>
            </p:custDataLst>
          </p:nvPr>
        </p:nvSpPr>
        <p:spPr>
          <a:xfrm>
            <a:off x="11277600" y="6641432"/>
            <a:ext cx="457200" cy="21656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7" name="图片 9" descr="资源 3"/>
          <p:cNvPicPr>
            <a:picLocks noChangeAspect="1"/>
          </p:cNvPicPr>
          <p:nvPr userDrawn="1"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800716" y="0"/>
            <a:ext cx="1486636" cy="1183907"/>
          </a:xfrm>
          <a:prstGeom prst="rect">
            <a:avLst/>
          </a:prstGeom>
        </p:spPr>
      </p:pic>
      <p:sp>
        <p:nvSpPr>
          <p:cNvPr id="17" name="日期占位符 16"/>
          <p:cNvSpPr>
            <a:spLocks noGrp="1"/>
          </p:cNvSpPr>
          <p:nvPr>
            <p:ph type="dt" sz="half" idx="16385"/>
            <p:custDataLst>
              <p:tags r:id="rId20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21" name="页脚占位符 20"/>
          <p:cNvSpPr>
            <a:spLocks noGrp="1"/>
          </p:cNvSpPr>
          <p:nvPr>
            <p:ph type="ftr" sz="quarter" idx="16386"/>
            <p:custDataLst>
              <p:tags r:id="rId21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15" name="日期"/>
          <p:cNvSpPr>
            <a:spLocks noGrp="1"/>
          </p:cNvSpPr>
          <p:nvPr>
            <p:ph type="body" idx="16388" hasCustomPrompt="1"/>
            <p:custDataLst>
              <p:tags r:id="rId22"/>
            </p:custDataLst>
          </p:nvPr>
        </p:nvSpPr>
        <p:spPr>
          <a:xfrm>
            <a:off x="2145771" y="1981200"/>
            <a:ext cx="7875058" cy="4572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spc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20XX YEAR</a:t>
            </a:r>
            <a:endParaRPr lang="zh-CN" altLang="en-US" dirty="0"/>
          </a:p>
        </p:txBody>
      </p:sp>
      <p:sp>
        <p:nvSpPr>
          <p:cNvPr id="14" name="标题 13"/>
          <p:cNvSpPr>
            <a:spLocks noGrp="1"/>
          </p:cNvSpPr>
          <p:nvPr>
            <p:ph type="ctrTitle" idx="16387" hasCustomPrompt="1"/>
            <p:custDataLst>
              <p:tags r:id="rId23"/>
            </p:custDataLst>
          </p:nvPr>
        </p:nvSpPr>
        <p:spPr>
          <a:xfrm>
            <a:off x="1903677" y="2489200"/>
            <a:ext cx="8384646" cy="1879600"/>
          </a:xfrm>
        </p:spPr>
        <p:txBody>
          <a:bodyPr vert="horz" wrap="square" lIns="0" tIns="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000" spc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zh-CN" altLang="en-US" dirty="0"/>
              <a:t>单击此处添加文档标题</a:t>
            </a:r>
            <a:endParaRPr lang="zh-CN" altLang="en-US" dirty="0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6389" hasCustomPrompt="1"/>
            <p:custDataLst>
              <p:tags r:id="rId24"/>
            </p:custDataLst>
          </p:nvPr>
        </p:nvSpPr>
        <p:spPr>
          <a:xfrm>
            <a:off x="4812859" y="4419600"/>
            <a:ext cx="2540882" cy="533400"/>
          </a:xfrm>
          <a:prstGeom prst="roundRect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</p:spPr>
        <p:txBody>
          <a:bodyPr vert="horz"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b="1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/>
              <a:t>BY WPS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4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1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1174282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矩形 2"/>
          <p:cNvSpPr/>
          <p:nvPr userDrawn="1">
            <p:custDataLst>
              <p:tags r:id="rId4"/>
            </p:custDataLst>
          </p:nvPr>
        </p:nvSpPr>
        <p:spPr>
          <a:xfrm>
            <a:off x="789272" y="1181100"/>
            <a:ext cx="11402728" cy="449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 userDrawn="1">
            <p:custDataLst>
              <p:tags r:id="rId5"/>
            </p:custDataLst>
          </p:nvPr>
        </p:nvSpPr>
        <p:spPr>
          <a:xfrm>
            <a:off x="11277600" y="0"/>
            <a:ext cx="457200" cy="48006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矩形 18"/>
          <p:cNvSpPr/>
          <p:nvPr userDrawn="1">
            <p:custDataLst>
              <p:tags r:id="rId6"/>
            </p:custDataLst>
          </p:nvPr>
        </p:nvSpPr>
        <p:spPr>
          <a:xfrm>
            <a:off x="11277600" y="6641432"/>
            <a:ext cx="457200" cy="21656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37" descr="资源 31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flipV="1">
            <a:off x="6517473" y="5669280"/>
            <a:ext cx="1358147" cy="1188720"/>
          </a:xfrm>
          <a:prstGeom prst="rect">
            <a:avLst/>
          </a:prstGeom>
        </p:spPr>
      </p:pic>
      <p:pic>
        <p:nvPicPr>
          <p:cNvPr id="23" name="图片 9" descr="资源 3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800716" y="0"/>
            <a:ext cx="1486636" cy="1183907"/>
          </a:xfrm>
          <a:prstGeom prst="rect">
            <a:avLst/>
          </a:prstGeom>
        </p:spPr>
      </p:pic>
      <p:sp>
        <p:nvSpPr>
          <p:cNvPr id="10" name="日期占位符 5"/>
          <p:cNvSpPr>
            <a:spLocks noGrp="1"/>
          </p:cNvSpPr>
          <p:nvPr>
            <p:ph type="dt" sz="half" idx="16385"/>
            <p:custDataLst>
              <p:tags r:id="rId1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16386"/>
            <p:custDataLst>
              <p:tags r:id="rId1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3" name="灯片编号占位符 12"/>
          <p:cNvSpPr>
            <a:spLocks noGrp="1"/>
          </p:cNvSpPr>
          <p:nvPr>
            <p:ph type="sldNum" sz="quarter" idx="16387"/>
            <p:custDataLst>
              <p:tags r:id="rId1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3"/>
          <p:cNvSpPr>
            <a:spLocks noGrp="1"/>
          </p:cNvSpPr>
          <p:nvPr>
            <p:ph type="title" idx="16388" hasCustomPrompt="1"/>
            <p:custDataLst>
              <p:tags r:id="rId16"/>
            </p:custDataLst>
          </p:nvPr>
        </p:nvSpPr>
        <p:spPr>
          <a:xfrm>
            <a:off x="1903942" y="3530600"/>
            <a:ext cx="8384117" cy="1524000"/>
          </a:xfrm>
        </p:spPr>
        <p:txBody>
          <a:bodyPr vert="horz" lIns="0" tIns="0" rIns="0" bIns="0" anchor="t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800" b="0" spc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zh-CN" altLang="en-US" dirty="0"/>
              <a:t>单击此处添加章节标题</a:t>
            </a:r>
            <a:endParaRPr lang="zh-CN" altLang="en-US" dirty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7"/>
            </p:custDataLst>
          </p:nvPr>
        </p:nvSpPr>
        <p:spPr>
          <a:xfrm>
            <a:off x="5332413" y="1905000"/>
            <a:ext cx="1527175" cy="1524000"/>
          </a:xfrm>
        </p:spPr>
        <p:txBody>
          <a:bodyPr vert="horz" lIns="0" tIns="0" rIns="0" bIns="0" anchor="ctr" anchorCtr="0">
            <a:norm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7200" b="1" spc="0">
                <a:solidFill>
                  <a:schemeClr val="accent1">
                    <a:lumMod val="75000"/>
                  </a:schemeClr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4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7" name="图片 37" descr="资源 31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V="1">
            <a:off x="6517473" y="5669280"/>
            <a:ext cx="1358147" cy="1188720"/>
          </a:xfrm>
          <a:prstGeom prst="rect">
            <a:avLst/>
          </a:prstGeom>
        </p:spPr>
      </p:pic>
      <p:sp>
        <p:nvSpPr>
          <p:cNvPr id="8" name="矩形 5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3962400" cy="68580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6"/>
          <p:cNvSpPr/>
          <p:nvPr userDrawn="1">
            <p:custDataLst>
              <p:tags r:id="rId7"/>
            </p:custDataLst>
          </p:nvPr>
        </p:nvSpPr>
        <p:spPr>
          <a:xfrm>
            <a:off x="1447800" y="1181100"/>
            <a:ext cx="10744200" cy="449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7"/>
          <p:cNvSpPr/>
          <p:nvPr userDrawn="1">
            <p:custDataLst>
              <p:tags r:id="rId8"/>
            </p:custDataLst>
          </p:nvPr>
        </p:nvSpPr>
        <p:spPr>
          <a:xfrm>
            <a:off x="11277600" y="0"/>
            <a:ext cx="457200" cy="480060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7" descr="资源 1"/>
          <p:cNvPicPr>
            <a:picLocks noChangeAspect="1"/>
          </p:cNvPicPr>
          <p:nvPr userDrawn="1">
            <p:custDataLst>
              <p:tags r:id="rId9"/>
            </p:custDataLst>
          </p:nvPr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86385" y="298450"/>
            <a:ext cx="907148" cy="907148"/>
          </a:xfrm>
          <a:prstGeom prst="rect">
            <a:avLst/>
          </a:prstGeom>
        </p:spPr>
      </p:pic>
      <p:pic>
        <p:nvPicPr>
          <p:cNvPr id="15" name="图片 29" descr="资源 23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flipV="1">
            <a:off x="462680" y="6422357"/>
            <a:ext cx="990734" cy="96041"/>
          </a:xfrm>
          <a:prstGeom prst="rect">
            <a:avLst/>
          </a:prstGeom>
        </p:spPr>
      </p:pic>
      <p:pic>
        <p:nvPicPr>
          <p:cNvPr id="17" name="图片 29" descr="资源 23"/>
          <p:cNvPicPr>
            <a:picLocks noChangeAspect="1"/>
          </p:cNvPicPr>
          <p:nvPr userDrawn="1">
            <p:custDataLst>
              <p:tags r:id="rId15"/>
            </p:custDataLst>
          </p:nvPr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 flipV="1">
            <a:off x="462680" y="6181725"/>
            <a:ext cx="990734" cy="96041"/>
          </a:xfrm>
          <a:prstGeom prst="rect">
            <a:avLst/>
          </a:prstGeom>
        </p:spPr>
      </p:pic>
      <p:sp>
        <p:nvSpPr>
          <p:cNvPr id="19" name="矩形 18"/>
          <p:cNvSpPr/>
          <p:nvPr userDrawn="1">
            <p:custDataLst>
              <p:tags r:id="rId16"/>
            </p:custDataLst>
          </p:nvPr>
        </p:nvSpPr>
        <p:spPr>
          <a:xfrm>
            <a:off x="11277600" y="6641432"/>
            <a:ext cx="457200" cy="216568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1" name="图片 9" descr="资源 3"/>
          <p:cNvPicPr>
            <a:picLocks noChangeAspect="1"/>
          </p:cNvPicPr>
          <p:nvPr userDrawn="1">
            <p:custDataLst>
              <p:tags r:id="rId17"/>
            </p:custDataLst>
          </p:nvPr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800716" y="0"/>
            <a:ext cx="1486636" cy="1183907"/>
          </a:xfrm>
          <a:prstGeom prst="rect">
            <a:avLst/>
          </a:prstGeom>
        </p:spPr>
      </p:pic>
      <p:sp>
        <p:nvSpPr>
          <p:cNvPr id="33" name="日期占位符 32"/>
          <p:cNvSpPr>
            <a:spLocks noGrp="1"/>
          </p:cNvSpPr>
          <p:nvPr>
            <p:ph type="dt" sz="half" idx="16385"/>
            <p:custDataLst>
              <p:tags r:id="rId20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34" name="页脚占位符 33"/>
          <p:cNvSpPr>
            <a:spLocks noGrp="1"/>
          </p:cNvSpPr>
          <p:nvPr>
            <p:ph type="ftr" sz="quarter" idx="16386"/>
            <p:custDataLst>
              <p:tags r:id="rId21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5" name="灯片编号占位符 34"/>
          <p:cNvSpPr>
            <a:spLocks noGrp="1"/>
          </p:cNvSpPr>
          <p:nvPr>
            <p:ph type="sldNum" sz="quarter" idx="16387"/>
            <p:custDataLst>
              <p:tags r:id="rId22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body" idx="16389" hasCustomPrompt="1"/>
            <p:custDataLst>
              <p:tags r:id="rId23"/>
            </p:custDataLst>
          </p:nvPr>
        </p:nvSpPr>
        <p:spPr>
          <a:xfrm>
            <a:off x="3364971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6" name="标题 35"/>
          <p:cNvSpPr>
            <a:spLocks noGrp="1"/>
          </p:cNvSpPr>
          <p:nvPr>
            <p:ph type="ctrTitle" idx="16388" hasCustomPrompt="1"/>
            <p:custDataLst>
              <p:tags r:id="rId24"/>
            </p:custDataLst>
          </p:nvPr>
        </p:nvSpPr>
        <p:spPr>
          <a:xfrm>
            <a:off x="3364089" y="3175000"/>
            <a:ext cx="5451122" cy="1016000"/>
          </a:xfrm>
        </p:spPr>
        <p:txBody>
          <a:bodyPr vert="horz" wrap="square" lIns="0" tIns="0" rIns="0" bIns="0" anchor="t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6400" b="1" spc="0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zh-CN" altLang="en-US" dirty="0"/>
              <a:t>谢谢观看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8"/>
          <p:cNvSpPr>
            <a:spLocks noGrp="1"/>
          </p:cNvSpPr>
          <p:nvPr>
            <p:ph type="sldNum" sz="quarter" idx="4"/>
            <p:custDataLst>
              <p:tags r:id="rId2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3" name="日期占位符 12"/>
          <p:cNvSpPr>
            <a:spLocks noGrp="1"/>
          </p:cNvSpPr>
          <p:nvPr>
            <p:ph type="dt" sz="half" idx="2"/>
            <p:custDataLst>
              <p:tags r:id="rId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6" name="Subtitle 15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7" name="Title 16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8" name="Text Placeholder 17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9" name="装饰  8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0" name="Text Placeholder 19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22" name="装饰  1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3" name="Text Placeholder 22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5" name="装饰  4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6" name="Text Placeholder 25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7" name="Text Placeholder 26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8" name="装饰  7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9" name="Text Placeholder 28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3" Type="http://schemas.openxmlformats.org/officeDocument/2006/relationships/theme" Target="../theme/theme2.xml"/><Relationship Id="rId52" Type="http://schemas.openxmlformats.org/officeDocument/2006/relationships/tags" Target="../tags/tag360.xml"/><Relationship Id="rId51" Type="http://schemas.openxmlformats.org/officeDocument/2006/relationships/tags" Target="../tags/tag359.xml"/><Relationship Id="rId50" Type="http://schemas.openxmlformats.org/officeDocument/2006/relationships/image" Target="../media/image18.svg"/><Relationship Id="rId5" Type="http://schemas.openxmlformats.org/officeDocument/2006/relationships/slideLayout" Target="../slideLayouts/slideLayout15.xml"/><Relationship Id="rId49" Type="http://schemas.openxmlformats.org/officeDocument/2006/relationships/image" Target="../media/image17.png"/><Relationship Id="rId48" Type="http://schemas.openxmlformats.org/officeDocument/2006/relationships/tags" Target="../tags/tag358.xml"/><Relationship Id="rId47" Type="http://schemas.openxmlformats.org/officeDocument/2006/relationships/tags" Target="../tags/tag357.xml"/><Relationship Id="rId46" Type="http://schemas.openxmlformats.org/officeDocument/2006/relationships/tags" Target="../tags/tag356.xml"/><Relationship Id="rId45" Type="http://schemas.openxmlformats.org/officeDocument/2006/relationships/tags" Target="../tags/tag355.xml"/><Relationship Id="rId44" Type="http://schemas.openxmlformats.org/officeDocument/2006/relationships/tags" Target="../tags/tag354.xml"/><Relationship Id="rId43" Type="http://schemas.openxmlformats.org/officeDocument/2006/relationships/tags" Target="../tags/tag353.xml"/><Relationship Id="rId42" Type="http://schemas.openxmlformats.org/officeDocument/2006/relationships/image" Target="../media/image16.svg"/><Relationship Id="rId41" Type="http://schemas.openxmlformats.org/officeDocument/2006/relationships/tags" Target="../tags/tag352.xml"/><Relationship Id="rId40" Type="http://schemas.openxmlformats.org/officeDocument/2006/relationships/image" Target="../media/image15.svg"/><Relationship Id="rId4" Type="http://schemas.openxmlformats.org/officeDocument/2006/relationships/slideLayout" Target="../slideLayouts/slideLayout14.xml"/><Relationship Id="rId39" Type="http://schemas.openxmlformats.org/officeDocument/2006/relationships/image" Target="../media/image14.png"/><Relationship Id="rId38" Type="http://schemas.openxmlformats.org/officeDocument/2006/relationships/tags" Target="../tags/tag351.xml"/><Relationship Id="rId37" Type="http://schemas.openxmlformats.org/officeDocument/2006/relationships/tags" Target="../tags/tag350.xml"/><Relationship Id="rId36" Type="http://schemas.openxmlformats.org/officeDocument/2006/relationships/slideLayout" Target="../slideLayouts/slideLayout46.xml"/><Relationship Id="rId35" Type="http://schemas.openxmlformats.org/officeDocument/2006/relationships/slideLayout" Target="../slideLayouts/slideLayout45.xml"/><Relationship Id="rId34" Type="http://schemas.openxmlformats.org/officeDocument/2006/relationships/slideLayout" Target="../slideLayouts/slideLayout44.xml"/><Relationship Id="rId33" Type="http://schemas.openxmlformats.org/officeDocument/2006/relationships/slideLayout" Target="../slideLayouts/slideLayout43.xml"/><Relationship Id="rId32" Type="http://schemas.openxmlformats.org/officeDocument/2006/relationships/slideLayout" Target="../slideLayouts/slideLayout42.xml"/><Relationship Id="rId31" Type="http://schemas.openxmlformats.org/officeDocument/2006/relationships/slideLayout" Target="../slideLayouts/slideLayout41.xml"/><Relationship Id="rId30" Type="http://schemas.openxmlformats.org/officeDocument/2006/relationships/slideLayout" Target="../slideLayouts/slideLayout40.xml"/><Relationship Id="rId3" Type="http://schemas.openxmlformats.org/officeDocument/2006/relationships/slideLayout" Target="../slideLayouts/slideLayout13.xml"/><Relationship Id="rId29" Type="http://schemas.openxmlformats.org/officeDocument/2006/relationships/slideLayout" Target="../slideLayouts/slideLayout39.xml"/><Relationship Id="rId28" Type="http://schemas.openxmlformats.org/officeDocument/2006/relationships/slideLayout" Target="../slideLayouts/slideLayout38.xml"/><Relationship Id="rId27" Type="http://schemas.openxmlformats.org/officeDocument/2006/relationships/slideLayout" Target="../slideLayouts/slideLayout37.xml"/><Relationship Id="rId26" Type="http://schemas.openxmlformats.org/officeDocument/2006/relationships/slideLayout" Target="../slideLayouts/slideLayout36.xml"/><Relationship Id="rId25" Type="http://schemas.openxmlformats.org/officeDocument/2006/relationships/slideLayout" Target="../slideLayouts/slideLayout35.xml"/><Relationship Id="rId24" Type="http://schemas.openxmlformats.org/officeDocument/2006/relationships/slideLayout" Target="../slideLayouts/slideLayout34.xml"/><Relationship Id="rId23" Type="http://schemas.openxmlformats.org/officeDocument/2006/relationships/slideLayout" Target="../slideLayouts/slideLayout33.xml"/><Relationship Id="rId22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31.xml"/><Relationship Id="rId20" Type="http://schemas.openxmlformats.org/officeDocument/2006/relationships/slideLayout" Target="../slideLayouts/slideLayout30.xml"/><Relationship Id="rId2" Type="http://schemas.openxmlformats.org/officeDocument/2006/relationships/slideLayout" Target="../slideLayouts/slideLayout12.xml"/><Relationship Id="rId19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27.xml"/><Relationship Id="rId16" Type="http://schemas.openxmlformats.org/officeDocument/2006/relationships/slideLayout" Target="../slideLayouts/slideLayout26.xml"/><Relationship Id="rId15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168" y="52311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168" y="1983613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矩形 40"/>
          <p:cNvSpPr/>
          <p:nvPr userDrawn="1">
            <p:custDataLst>
              <p:tags r:id="rId37"/>
            </p:custData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94902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5" name="图片 29" descr="资源 23"/>
          <p:cNvPicPr>
            <a:picLocks noChangeAspect="1"/>
          </p:cNvPicPr>
          <p:nvPr userDrawn="1">
            <p:custDataLst>
              <p:tags r:id="rId38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0"/>
              </a:ext>
            </a:extLst>
          </a:blip>
          <a:stretch>
            <a:fillRect/>
          </a:stretch>
        </p:blipFill>
        <p:spPr>
          <a:xfrm flipV="1">
            <a:off x="462680" y="6422357"/>
            <a:ext cx="990734" cy="96041"/>
          </a:xfrm>
          <a:prstGeom prst="rect">
            <a:avLst/>
          </a:prstGeom>
        </p:spPr>
      </p:pic>
      <p:pic>
        <p:nvPicPr>
          <p:cNvPr id="17" name="图片 29" descr="资源 23"/>
          <p:cNvPicPr>
            <a:picLocks noChangeAspect="1"/>
          </p:cNvPicPr>
          <p:nvPr userDrawn="1">
            <p:custDataLst>
              <p:tags r:id="rId41"/>
            </p:custDataLst>
          </p:nvPr>
        </p:nvPicPr>
        <p:blipFill>
          <a:blip r:embed="rId39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 flipV="1">
            <a:off x="462680" y="6181725"/>
            <a:ext cx="990734" cy="96041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43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44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45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4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47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pic>
        <p:nvPicPr>
          <p:cNvPr id="27" name="图片 9" descr="资源 3"/>
          <p:cNvPicPr>
            <a:picLocks noChangeAspect="1"/>
          </p:cNvPicPr>
          <p:nvPr userDrawn="1">
            <p:custDataLst>
              <p:tags r:id="rId48"/>
            </p:custDataLst>
          </p:nvPr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 r="44014"/>
          <a:stretch>
            <a:fillRect/>
          </a:stretch>
        </p:blipFill>
        <p:spPr>
          <a:xfrm>
            <a:off x="8518525" y="0"/>
            <a:ext cx="3673475" cy="522478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5785" h="8228">
                <a:moveTo>
                  <a:pt x="0" y="0"/>
                </a:moveTo>
                <a:lnTo>
                  <a:pt x="5785" y="0"/>
                </a:lnTo>
                <a:lnTo>
                  <a:pt x="5785" y="8228"/>
                </a:lnTo>
                <a:lnTo>
                  <a:pt x="0" y="8228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8" name="KSO_TEMPLATE" hidden="1"/>
          <p:cNvSpPr/>
          <p:nvPr userDrawn="1">
            <p:custDataLst>
              <p:tags r:id="rId51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52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  <p:sldLayoutId id="2147483682" r:id="rId23"/>
    <p:sldLayoutId id="2147483683" r:id="rId24"/>
    <p:sldLayoutId id="2147483684" r:id="rId25"/>
    <p:sldLayoutId id="2147483685" r:id="rId26"/>
    <p:sldLayoutId id="2147483686" r:id="rId27"/>
    <p:sldLayoutId id="2147483687" r:id="rId28"/>
    <p:sldLayoutId id="2147483688" r:id="rId29"/>
    <p:sldLayoutId id="2147483689" r:id="rId30"/>
    <p:sldLayoutId id="2147483690" r:id="rId31"/>
    <p:sldLayoutId id="2147483691" r:id="rId32"/>
    <p:sldLayoutId id="2147483692" r:id="rId33"/>
    <p:sldLayoutId id="2147483693" r:id="rId34"/>
    <p:sldLayoutId id="2147483694" r:id="rId35"/>
    <p:sldLayoutId id="2147483695" r:id="rId3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1" i="0" u="none" kern="1200" spc="0">
          <a:solidFill>
            <a:schemeClr val="tx1"/>
          </a:solidFill>
          <a:effectLst/>
          <a:uFill>
            <a:solidFill>
              <a:srgbClr val="223770"/>
            </a:solidFill>
          </a:uFill>
          <a:latin typeface="+mj-lt"/>
          <a:ea typeface="+mj-ea"/>
          <a:cs typeface="+mj-cs"/>
        </a:defRPr>
      </a:lvl1pPr>
    </p:titleStyle>
    <p:bodyStyle>
      <a:lvl1pPr marL="228600" indent="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 spc="0">
          <a:solidFill>
            <a:schemeClr val="tx1"/>
          </a:solidFill>
          <a:latin typeface="+mn-lt"/>
          <a:ea typeface="+mn-ea"/>
          <a:cs typeface="+mn-cs"/>
        </a:defRPr>
      </a:lvl1pPr>
      <a:lvl2pPr marL="6858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0" algn="l" defTabSz="914400" rtl="0" eaLnBrk="1" latinLnBrk="0" hangingPunct="1">
        <a:lnSpc>
          <a:spcPct val="130000"/>
        </a:lnSpc>
        <a:spcBef>
          <a:spcPts val="500"/>
        </a:spcBef>
        <a:buFont typeface="Arial" panose="020B0604020202020204" pitchFamily="34" charset="0"/>
        <a:buChar char="•"/>
        <a:defRPr sz="1800" kern="1200" spc="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43.xml"/><Relationship Id="rId4" Type="http://schemas.openxmlformats.org/officeDocument/2006/relationships/tags" Target="../tags/tag364.xml"/><Relationship Id="rId3" Type="http://schemas.openxmlformats.org/officeDocument/2006/relationships/tags" Target="../tags/tag363.xml"/><Relationship Id="rId2" Type="http://schemas.openxmlformats.org/officeDocument/2006/relationships/tags" Target="../tags/tag362.xml"/><Relationship Id="rId1" Type="http://schemas.openxmlformats.org/officeDocument/2006/relationships/tags" Target="../tags/tag36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373.xml"/><Relationship Id="rId8" Type="http://schemas.openxmlformats.org/officeDocument/2006/relationships/tags" Target="../tags/tag372.xml"/><Relationship Id="rId7" Type="http://schemas.openxmlformats.org/officeDocument/2006/relationships/tags" Target="../tags/tag371.xml"/><Relationship Id="rId6" Type="http://schemas.openxmlformats.org/officeDocument/2006/relationships/tags" Target="../tags/tag370.xml"/><Relationship Id="rId5" Type="http://schemas.openxmlformats.org/officeDocument/2006/relationships/tags" Target="../tags/tag369.xml"/><Relationship Id="rId4" Type="http://schemas.openxmlformats.org/officeDocument/2006/relationships/tags" Target="../tags/tag368.xml"/><Relationship Id="rId3" Type="http://schemas.openxmlformats.org/officeDocument/2006/relationships/tags" Target="../tags/tag367.xml"/><Relationship Id="rId2" Type="http://schemas.openxmlformats.org/officeDocument/2006/relationships/tags" Target="../tags/tag366.xml"/><Relationship Id="rId16" Type="http://schemas.openxmlformats.org/officeDocument/2006/relationships/slideLayout" Target="../slideLayouts/slideLayout34.xml"/><Relationship Id="rId15" Type="http://schemas.openxmlformats.org/officeDocument/2006/relationships/tags" Target="../tags/tag379.xml"/><Relationship Id="rId14" Type="http://schemas.openxmlformats.org/officeDocument/2006/relationships/tags" Target="../tags/tag378.xml"/><Relationship Id="rId13" Type="http://schemas.openxmlformats.org/officeDocument/2006/relationships/tags" Target="../tags/tag377.xml"/><Relationship Id="rId12" Type="http://schemas.openxmlformats.org/officeDocument/2006/relationships/tags" Target="../tags/tag376.xml"/><Relationship Id="rId11" Type="http://schemas.openxmlformats.org/officeDocument/2006/relationships/tags" Target="../tags/tag375.xml"/><Relationship Id="rId10" Type="http://schemas.openxmlformats.org/officeDocument/2006/relationships/tags" Target="../tags/tag374.xml"/><Relationship Id="rId1" Type="http://schemas.openxmlformats.org/officeDocument/2006/relationships/tags" Target="../tags/tag365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388.xml"/><Relationship Id="rId8" Type="http://schemas.openxmlformats.org/officeDocument/2006/relationships/tags" Target="../tags/tag387.xml"/><Relationship Id="rId7" Type="http://schemas.openxmlformats.org/officeDocument/2006/relationships/tags" Target="../tags/tag386.xml"/><Relationship Id="rId6" Type="http://schemas.openxmlformats.org/officeDocument/2006/relationships/tags" Target="../tags/tag385.xml"/><Relationship Id="rId5" Type="http://schemas.openxmlformats.org/officeDocument/2006/relationships/tags" Target="../tags/tag384.xml"/><Relationship Id="rId4" Type="http://schemas.openxmlformats.org/officeDocument/2006/relationships/tags" Target="../tags/tag383.xml"/><Relationship Id="rId3" Type="http://schemas.openxmlformats.org/officeDocument/2006/relationships/tags" Target="../tags/tag382.xml"/><Relationship Id="rId2" Type="http://schemas.openxmlformats.org/officeDocument/2006/relationships/tags" Target="../tags/tag381.xml"/><Relationship Id="rId13" Type="http://schemas.openxmlformats.org/officeDocument/2006/relationships/slideLayout" Target="../slideLayouts/slideLayout33.xml"/><Relationship Id="rId12" Type="http://schemas.openxmlformats.org/officeDocument/2006/relationships/tags" Target="../tags/tag391.xml"/><Relationship Id="rId11" Type="http://schemas.openxmlformats.org/officeDocument/2006/relationships/tags" Target="../tags/tag390.xml"/><Relationship Id="rId10" Type="http://schemas.openxmlformats.org/officeDocument/2006/relationships/tags" Target="../tags/tag389.xml"/><Relationship Id="rId1" Type="http://schemas.openxmlformats.org/officeDocument/2006/relationships/tags" Target="../tags/tag380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4.xml"/><Relationship Id="rId3" Type="http://schemas.openxmlformats.org/officeDocument/2006/relationships/tags" Target="../tags/tag394.xml"/><Relationship Id="rId2" Type="http://schemas.openxmlformats.org/officeDocument/2006/relationships/tags" Target="../tags/tag393.xml"/><Relationship Id="rId1" Type="http://schemas.openxmlformats.org/officeDocument/2006/relationships/tags" Target="../tags/tag39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7" Type="http://schemas.openxmlformats.org/officeDocument/2006/relationships/tags" Target="../tags/tag401.xml"/><Relationship Id="rId6" Type="http://schemas.openxmlformats.org/officeDocument/2006/relationships/tags" Target="../tags/tag400.xml"/><Relationship Id="rId5" Type="http://schemas.openxmlformats.org/officeDocument/2006/relationships/tags" Target="../tags/tag399.xml"/><Relationship Id="rId4" Type="http://schemas.openxmlformats.org/officeDocument/2006/relationships/tags" Target="../tags/tag398.xml"/><Relationship Id="rId3" Type="http://schemas.openxmlformats.org/officeDocument/2006/relationships/tags" Target="../tags/tag397.xml"/><Relationship Id="rId2" Type="http://schemas.openxmlformats.org/officeDocument/2006/relationships/tags" Target="../tags/tag396.xml"/><Relationship Id="rId1" Type="http://schemas.openxmlformats.org/officeDocument/2006/relationships/tags" Target="../tags/tag395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4.xml"/><Relationship Id="rId3" Type="http://schemas.openxmlformats.org/officeDocument/2006/relationships/tags" Target="../tags/tag404.xml"/><Relationship Id="rId2" Type="http://schemas.openxmlformats.org/officeDocument/2006/relationships/tags" Target="../tags/tag403.xml"/><Relationship Id="rId1" Type="http://schemas.openxmlformats.org/officeDocument/2006/relationships/tags" Target="../tags/tag40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13.xml"/><Relationship Id="rId8" Type="http://schemas.openxmlformats.org/officeDocument/2006/relationships/tags" Target="../tags/tag412.xml"/><Relationship Id="rId7" Type="http://schemas.openxmlformats.org/officeDocument/2006/relationships/tags" Target="../tags/tag411.xml"/><Relationship Id="rId6" Type="http://schemas.openxmlformats.org/officeDocument/2006/relationships/tags" Target="../tags/tag410.xml"/><Relationship Id="rId5" Type="http://schemas.openxmlformats.org/officeDocument/2006/relationships/tags" Target="../tags/tag409.xml"/><Relationship Id="rId4" Type="http://schemas.openxmlformats.org/officeDocument/2006/relationships/tags" Target="../tags/tag408.xml"/><Relationship Id="rId3" Type="http://schemas.openxmlformats.org/officeDocument/2006/relationships/tags" Target="../tags/tag407.xml"/><Relationship Id="rId2" Type="http://schemas.openxmlformats.org/officeDocument/2006/relationships/tags" Target="../tags/tag406.xml"/><Relationship Id="rId12" Type="http://schemas.openxmlformats.org/officeDocument/2006/relationships/slideLayout" Target="../slideLayouts/slideLayout29.xml"/><Relationship Id="rId11" Type="http://schemas.openxmlformats.org/officeDocument/2006/relationships/tags" Target="../tags/tag415.xml"/><Relationship Id="rId10" Type="http://schemas.openxmlformats.org/officeDocument/2006/relationships/tags" Target="../tags/tag414.xml"/><Relationship Id="rId1" Type="http://schemas.openxmlformats.org/officeDocument/2006/relationships/tags" Target="../tags/tag405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4.xml"/><Relationship Id="rId3" Type="http://schemas.openxmlformats.org/officeDocument/2006/relationships/tags" Target="../tags/tag418.xml"/><Relationship Id="rId2" Type="http://schemas.openxmlformats.org/officeDocument/2006/relationships/tags" Target="../tags/tag417.xml"/><Relationship Id="rId1" Type="http://schemas.openxmlformats.org/officeDocument/2006/relationships/tags" Target="../tags/tag416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427.xml"/><Relationship Id="rId8" Type="http://schemas.openxmlformats.org/officeDocument/2006/relationships/tags" Target="../tags/tag426.xml"/><Relationship Id="rId7" Type="http://schemas.openxmlformats.org/officeDocument/2006/relationships/tags" Target="../tags/tag425.xml"/><Relationship Id="rId6" Type="http://schemas.openxmlformats.org/officeDocument/2006/relationships/tags" Target="../tags/tag424.xml"/><Relationship Id="rId5" Type="http://schemas.openxmlformats.org/officeDocument/2006/relationships/tags" Target="../tags/tag423.xml"/><Relationship Id="rId4" Type="http://schemas.openxmlformats.org/officeDocument/2006/relationships/tags" Target="../tags/tag422.xml"/><Relationship Id="rId3" Type="http://schemas.openxmlformats.org/officeDocument/2006/relationships/tags" Target="../tags/tag421.xml"/><Relationship Id="rId2" Type="http://schemas.openxmlformats.org/officeDocument/2006/relationships/tags" Target="../tags/tag420.xml"/><Relationship Id="rId15" Type="http://schemas.openxmlformats.org/officeDocument/2006/relationships/slideLayout" Target="../slideLayouts/slideLayout27.xml"/><Relationship Id="rId14" Type="http://schemas.openxmlformats.org/officeDocument/2006/relationships/tags" Target="../tags/tag432.xml"/><Relationship Id="rId13" Type="http://schemas.openxmlformats.org/officeDocument/2006/relationships/tags" Target="../tags/tag431.xml"/><Relationship Id="rId12" Type="http://schemas.openxmlformats.org/officeDocument/2006/relationships/tags" Target="../tags/tag430.xml"/><Relationship Id="rId11" Type="http://schemas.openxmlformats.org/officeDocument/2006/relationships/tags" Target="../tags/tag429.xml"/><Relationship Id="rId10" Type="http://schemas.openxmlformats.org/officeDocument/2006/relationships/tags" Target="../tags/tag428.xml"/><Relationship Id="rId1" Type="http://schemas.openxmlformats.org/officeDocument/2006/relationships/tags" Target="../tags/tag41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441.xml"/><Relationship Id="rId8" Type="http://schemas.openxmlformats.org/officeDocument/2006/relationships/tags" Target="../tags/tag440.xml"/><Relationship Id="rId7" Type="http://schemas.openxmlformats.org/officeDocument/2006/relationships/tags" Target="../tags/tag439.xml"/><Relationship Id="rId6" Type="http://schemas.openxmlformats.org/officeDocument/2006/relationships/tags" Target="../tags/tag438.xml"/><Relationship Id="rId5" Type="http://schemas.openxmlformats.org/officeDocument/2006/relationships/tags" Target="../tags/tag437.xml"/><Relationship Id="rId4" Type="http://schemas.openxmlformats.org/officeDocument/2006/relationships/tags" Target="../tags/tag436.xml"/><Relationship Id="rId3" Type="http://schemas.openxmlformats.org/officeDocument/2006/relationships/tags" Target="../tags/tag435.xml"/><Relationship Id="rId2" Type="http://schemas.openxmlformats.org/officeDocument/2006/relationships/tags" Target="../tags/tag434.xml"/><Relationship Id="rId15" Type="http://schemas.openxmlformats.org/officeDocument/2006/relationships/slideLayout" Target="../slideLayouts/slideLayout26.xml"/><Relationship Id="rId14" Type="http://schemas.openxmlformats.org/officeDocument/2006/relationships/tags" Target="../tags/tag446.xml"/><Relationship Id="rId13" Type="http://schemas.openxmlformats.org/officeDocument/2006/relationships/tags" Target="../tags/tag445.xml"/><Relationship Id="rId12" Type="http://schemas.openxmlformats.org/officeDocument/2006/relationships/tags" Target="../tags/tag444.xml"/><Relationship Id="rId11" Type="http://schemas.openxmlformats.org/officeDocument/2006/relationships/tags" Target="../tags/tag443.xml"/><Relationship Id="rId10" Type="http://schemas.openxmlformats.org/officeDocument/2006/relationships/tags" Target="../tags/tag442.xml"/><Relationship Id="rId1" Type="http://schemas.openxmlformats.org/officeDocument/2006/relationships/tags" Target="../tags/tag433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4.xml"/><Relationship Id="rId3" Type="http://schemas.openxmlformats.org/officeDocument/2006/relationships/tags" Target="../tags/tag449.xml"/><Relationship Id="rId2" Type="http://schemas.openxmlformats.org/officeDocument/2006/relationships/tags" Target="../tags/tag448.xml"/><Relationship Id="rId1" Type="http://schemas.openxmlformats.org/officeDocument/2006/relationships/tags" Target="../tags/tag447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5.xml"/><Relationship Id="rId6" Type="http://schemas.openxmlformats.org/officeDocument/2006/relationships/tags" Target="../tags/tag455.xml"/><Relationship Id="rId5" Type="http://schemas.openxmlformats.org/officeDocument/2006/relationships/tags" Target="../tags/tag454.xml"/><Relationship Id="rId4" Type="http://schemas.openxmlformats.org/officeDocument/2006/relationships/tags" Target="../tags/tag453.xml"/><Relationship Id="rId3" Type="http://schemas.openxmlformats.org/officeDocument/2006/relationships/tags" Target="../tags/tag452.xml"/><Relationship Id="rId2" Type="http://schemas.openxmlformats.org/officeDocument/2006/relationships/tags" Target="../tags/tag451.xml"/><Relationship Id="rId1" Type="http://schemas.openxmlformats.org/officeDocument/2006/relationships/tags" Target="../tags/tag450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464.xml"/><Relationship Id="rId8" Type="http://schemas.openxmlformats.org/officeDocument/2006/relationships/tags" Target="../tags/tag463.xml"/><Relationship Id="rId7" Type="http://schemas.openxmlformats.org/officeDocument/2006/relationships/tags" Target="../tags/tag462.xml"/><Relationship Id="rId6" Type="http://schemas.openxmlformats.org/officeDocument/2006/relationships/tags" Target="../tags/tag461.xml"/><Relationship Id="rId5" Type="http://schemas.openxmlformats.org/officeDocument/2006/relationships/tags" Target="../tags/tag460.xml"/><Relationship Id="rId4" Type="http://schemas.openxmlformats.org/officeDocument/2006/relationships/tags" Target="../tags/tag459.xml"/><Relationship Id="rId3" Type="http://schemas.openxmlformats.org/officeDocument/2006/relationships/tags" Target="../tags/tag458.xml"/><Relationship Id="rId2" Type="http://schemas.openxmlformats.org/officeDocument/2006/relationships/tags" Target="../tags/tag457.xml"/><Relationship Id="rId11" Type="http://schemas.openxmlformats.org/officeDocument/2006/relationships/slideLayout" Target="../slideLayouts/slideLayout23.xml"/><Relationship Id="rId10" Type="http://schemas.openxmlformats.org/officeDocument/2006/relationships/tags" Target="../tags/tag465.xml"/><Relationship Id="rId1" Type="http://schemas.openxmlformats.org/officeDocument/2006/relationships/tags" Target="../tags/tag456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474.xml"/><Relationship Id="rId8" Type="http://schemas.openxmlformats.org/officeDocument/2006/relationships/tags" Target="../tags/tag473.xml"/><Relationship Id="rId7" Type="http://schemas.openxmlformats.org/officeDocument/2006/relationships/tags" Target="../tags/tag472.xml"/><Relationship Id="rId6" Type="http://schemas.openxmlformats.org/officeDocument/2006/relationships/tags" Target="../tags/tag471.xml"/><Relationship Id="rId5" Type="http://schemas.openxmlformats.org/officeDocument/2006/relationships/tags" Target="../tags/tag470.xml"/><Relationship Id="rId4" Type="http://schemas.openxmlformats.org/officeDocument/2006/relationships/tags" Target="../tags/tag469.xml"/><Relationship Id="rId3" Type="http://schemas.openxmlformats.org/officeDocument/2006/relationships/tags" Target="../tags/tag468.xml"/><Relationship Id="rId2" Type="http://schemas.openxmlformats.org/officeDocument/2006/relationships/tags" Target="../tags/tag467.xml"/><Relationship Id="rId11" Type="http://schemas.openxmlformats.org/officeDocument/2006/relationships/slideLayout" Target="../slideLayouts/slideLayout21.xml"/><Relationship Id="rId10" Type="http://schemas.openxmlformats.org/officeDocument/2006/relationships/tags" Target="../tags/tag475.xml"/><Relationship Id="rId1" Type="http://schemas.openxmlformats.org/officeDocument/2006/relationships/tags" Target="../tags/tag466.xml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0.xml"/><Relationship Id="rId5" Type="http://schemas.openxmlformats.org/officeDocument/2006/relationships/tags" Target="../tags/tag480.xml"/><Relationship Id="rId4" Type="http://schemas.openxmlformats.org/officeDocument/2006/relationships/tags" Target="../tags/tag479.xml"/><Relationship Id="rId3" Type="http://schemas.openxmlformats.org/officeDocument/2006/relationships/tags" Target="../tags/tag478.xml"/><Relationship Id="rId2" Type="http://schemas.openxmlformats.org/officeDocument/2006/relationships/tags" Target="../tags/tag477.xml"/><Relationship Id="rId1" Type="http://schemas.openxmlformats.org/officeDocument/2006/relationships/tags" Target="../tags/tag476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4.xml"/><Relationship Id="rId3" Type="http://schemas.openxmlformats.org/officeDocument/2006/relationships/tags" Target="../tags/tag483.xml"/><Relationship Id="rId2" Type="http://schemas.openxmlformats.org/officeDocument/2006/relationships/tags" Target="../tags/tag482.xml"/><Relationship Id="rId1" Type="http://schemas.openxmlformats.org/officeDocument/2006/relationships/tags" Target="../tags/tag48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tags" Target="../tags/tag491.xml"/><Relationship Id="rId7" Type="http://schemas.openxmlformats.org/officeDocument/2006/relationships/tags" Target="../tags/tag490.xml"/><Relationship Id="rId6" Type="http://schemas.openxmlformats.org/officeDocument/2006/relationships/tags" Target="../tags/tag489.xml"/><Relationship Id="rId5" Type="http://schemas.openxmlformats.org/officeDocument/2006/relationships/tags" Target="../tags/tag488.xml"/><Relationship Id="rId4" Type="http://schemas.openxmlformats.org/officeDocument/2006/relationships/tags" Target="../tags/tag487.xml"/><Relationship Id="rId3" Type="http://schemas.openxmlformats.org/officeDocument/2006/relationships/tags" Target="../tags/tag486.xml"/><Relationship Id="rId2" Type="http://schemas.openxmlformats.org/officeDocument/2006/relationships/tags" Target="../tags/tag485.xml"/><Relationship Id="rId1" Type="http://schemas.openxmlformats.org/officeDocument/2006/relationships/tags" Target="../tags/tag484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500.xml"/><Relationship Id="rId8" Type="http://schemas.openxmlformats.org/officeDocument/2006/relationships/tags" Target="../tags/tag499.xml"/><Relationship Id="rId7" Type="http://schemas.openxmlformats.org/officeDocument/2006/relationships/tags" Target="../tags/tag498.xml"/><Relationship Id="rId6" Type="http://schemas.openxmlformats.org/officeDocument/2006/relationships/tags" Target="../tags/tag497.xml"/><Relationship Id="rId5" Type="http://schemas.openxmlformats.org/officeDocument/2006/relationships/tags" Target="../tags/tag496.xml"/><Relationship Id="rId4" Type="http://schemas.openxmlformats.org/officeDocument/2006/relationships/tags" Target="../tags/tag495.xml"/><Relationship Id="rId3" Type="http://schemas.openxmlformats.org/officeDocument/2006/relationships/tags" Target="../tags/tag494.xml"/><Relationship Id="rId2" Type="http://schemas.openxmlformats.org/officeDocument/2006/relationships/tags" Target="../tags/tag493.xml"/><Relationship Id="rId19" Type="http://schemas.openxmlformats.org/officeDocument/2006/relationships/slideLayout" Target="../slideLayouts/slideLayout18.xml"/><Relationship Id="rId18" Type="http://schemas.openxmlformats.org/officeDocument/2006/relationships/tags" Target="../tags/tag509.xml"/><Relationship Id="rId17" Type="http://schemas.openxmlformats.org/officeDocument/2006/relationships/tags" Target="../tags/tag508.xml"/><Relationship Id="rId16" Type="http://schemas.openxmlformats.org/officeDocument/2006/relationships/tags" Target="../tags/tag507.xml"/><Relationship Id="rId15" Type="http://schemas.openxmlformats.org/officeDocument/2006/relationships/tags" Target="../tags/tag506.xml"/><Relationship Id="rId14" Type="http://schemas.openxmlformats.org/officeDocument/2006/relationships/tags" Target="../tags/tag505.xml"/><Relationship Id="rId13" Type="http://schemas.openxmlformats.org/officeDocument/2006/relationships/tags" Target="../tags/tag504.xml"/><Relationship Id="rId12" Type="http://schemas.openxmlformats.org/officeDocument/2006/relationships/tags" Target="../tags/tag503.xml"/><Relationship Id="rId11" Type="http://schemas.openxmlformats.org/officeDocument/2006/relationships/tags" Target="../tags/tag502.xml"/><Relationship Id="rId10" Type="http://schemas.openxmlformats.org/officeDocument/2006/relationships/tags" Target="../tags/tag501.xml"/><Relationship Id="rId1" Type="http://schemas.openxmlformats.org/officeDocument/2006/relationships/tags" Target="../tags/tag492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4.xml"/><Relationship Id="rId3" Type="http://schemas.openxmlformats.org/officeDocument/2006/relationships/tags" Target="../tags/tag512.xml"/><Relationship Id="rId2" Type="http://schemas.openxmlformats.org/officeDocument/2006/relationships/tags" Target="../tags/tag511.xml"/><Relationship Id="rId1" Type="http://schemas.openxmlformats.org/officeDocument/2006/relationships/tags" Target="../tags/tag510.xml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7.xml"/><Relationship Id="rId3" Type="http://schemas.openxmlformats.org/officeDocument/2006/relationships/tags" Target="../tags/tag515.xml"/><Relationship Id="rId2" Type="http://schemas.openxmlformats.org/officeDocument/2006/relationships/tags" Target="../tags/tag514.xml"/><Relationship Id="rId1" Type="http://schemas.openxmlformats.org/officeDocument/2006/relationships/tags" Target="../tags/tag513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tags" Target="../tags/tag524.xml"/><Relationship Id="rId8" Type="http://schemas.openxmlformats.org/officeDocument/2006/relationships/tags" Target="../tags/tag523.xml"/><Relationship Id="rId7" Type="http://schemas.openxmlformats.org/officeDocument/2006/relationships/tags" Target="../tags/tag522.xml"/><Relationship Id="rId6" Type="http://schemas.openxmlformats.org/officeDocument/2006/relationships/tags" Target="../tags/tag521.xml"/><Relationship Id="rId5" Type="http://schemas.openxmlformats.org/officeDocument/2006/relationships/tags" Target="../tags/tag520.xml"/><Relationship Id="rId4" Type="http://schemas.openxmlformats.org/officeDocument/2006/relationships/tags" Target="../tags/tag519.xml"/><Relationship Id="rId3" Type="http://schemas.openxmlformats.org/officeDocument/2006/relationships/tags" Target="../tags/tag518.xml"/><Relationship Id="rId2" Type="http://schemas.openxmlformats.org/officeDocument/2006/relationships/tags" Target="../tags/tag517.xml"/><Relationship Id="rId11" Type="http://schemas.openxmlformats.org/officeDocument/2006/relationships/slideLayout" Target="../slideLayouts/slideLayout15.xml"/><Relationship Id="rId10" Type="http://schemas.openxmlformats.org/officeDocument/2006/relationships/tags" Target="../tags/tag525.xml"/><Relationship Id="rId1" Type="http://schemas.openxmlformats.org/officeDocument/2006/relationships/tags" Target="../tags/tag516.xml"/></Relationships>
</file>

<file path=ppt/slides/_rels/slide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2.xml"/><Relationship Id="rId5" Type="http://schemas.openxmlformats.org/officeDocument/2006/relationships/tags" Target="../tags/tag530.xml"/><Relationship Id="rId4" Type="http://schemas.openxmlformats.org/officeDocument/2006/relationships/tags" Target="../tags/tag529.xml"/><Relationship Id="rId3" Type="http://schemas.openxmlformats.org/officeDocument/2006/relationships/tags" Target="../tags/tag528.xml"/><Relationship Id="rId2" Type="http://schemas.openxmlformats.org/officeDocument/2006/relationships/tags" Target="../tags/tag527.xml"/><Relationship Id="rId1" Type="http://schemas.openxmlformats.org/officeDocument/2006/relationships/tags" Target="../tags/tag526.xml"/></Relationships>
</file>

<file path=ppt/slides/_rels/slide2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4.xml"/><Relationship Id="rId3" Type="http://schemas.openxmlformats.org/officeDocument/2006/relationships/tags" Target="../tags/tag533.xml"/><Relationship Id="rId2" Type="http://schemas.openxmlformats.org/officeDocument/2006/relationships/tags" Target="../tags/tag532.xml"/><Relationship Id="rId1" Type="http://schemas.openxmlformats.org/officeDocument/2006/relationships/tags" Target="../tags/tag531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542.xml"/><Relationship Id="rId8" Type="http://schemas.openxmlformats.org/officeDocument/2006/relationships/tags" Target="../tags/tag541.xml"/><Relationship Id="rId7" Type="http://schemas.openxmlformats.org/officeDocument/2006/relationships/tags" Target="../tags/tag540.xml"/><Relationship Id="rId6" Type="http://schemas.openxmlformats.org/officeDocument/2006/relationships/tags" Target="../tags/tag539.xml"/><Relationship Id="rId5" Type="http://schemas.openxmlformats.org/officeDocument/2006/relationships/tags" Target="../tags/tag538.xml"/><Relationship Id="rId4" Type="http://schemas.openxmlformats.org/officeDocument/2006/relationships/tags" Target="../tags/tag537.xml"/><Relationship Id="rId3" Type="http://schemas.openxmlformats.org/officeDocument/2006/relationships/tags" Target="../tags/tag536.xml"/><Relationship Id="rId2" Type="http://schemas.openxmlformats.org/officeDocument/2006/relationships/tags" Target="../tags/tag535.xml"/><Relationship Id="rId13" Type="http://schemas.openxmlformats.org/officeDocument/2006/relationships/slideLayout" Target="../slideLayouts/slideLayout11.xml"/><Relationship Id="rId12" Type="http://schemas.openxmlformats.org/officeDocument/2006/relationships/tags" Target="../tags/tag545.xml"/><Relationship Id="rId11" Type="http://schemas.openxmlformats.org/officeDocument/2006/relationships/tags" Target="../tags/tag544.xml"/><Relationship Id="rId10" Type="http://schemas.openxmlformats.org/officeDocument/2006/relationships/tags" Target="../tags/tag543.xml"/><Relationship Id="rId1" Type="http://schemas.openxmlformats.org/officeDocument/2006/relationships/tags" Target="../tags/tag534.xml"/></Relationships>
</file>

<file path=ppt/slides/_rels/slide25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5.xml"/><Relationship Id="rId3" Type="http://schemas.openxmlformats.org/officeDocument/2006/relationships/tags" Target="../tags/tag548.xml"/><Relationship Id="rId2" Type="http://schemas.openxmlformats.org/officeDocument/2006/relationships/tags" Target="../tags/tag547.xml"/><Relationship Id="rId1" Type="http://schemas.openxmlformats.org/officeDocument/2006/relationships/tags" Target="../tags/tag5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日期"/>
          <p:cNvSpPr>
            <a:spLocks noGrp="1"/>
          </p:cNvSpPr>
          <p:nvPr>
            <p:ph type="body" idx="16388"/>
            <p:custDataLst>
              <p:tags r:id="rId1"/>
            </p:custDataLst>
          </p:nvPr>
        </p:nvSpPr>
        <p:spPr/>
        <p:txBody>
          <a:bodyPr/>
          <a:p>
            <a:r>
              <a:rPr lang="en-US" altLang="en-US"/>
              <a:t>2026/01/1</a:t>
            </a:r>
            <a:r>
              <a:rPr lang="en-US" altLang="zh-CN"/>
              <a:t>8</a:t>
            </a:r>
            <a:endParaRPr lang="en-US" altLang="en-US"/>
          </a:p>
        </p:txBody>
      </p:sp>
      <p:sp>
        <p:nvSpPr>
          <p:cNvPr id="3" name="标题 13"/>
          <p:cNvSpPr>
            <a:spLocks noGrp="1"/>
          </p:cNvSpPr>
          <p:nvPr>
            <p:ph type="ctrTitle" idx="16387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选课系统</a:t>
            </a:r>
            <a:endParaRPr lang="zh-CN" altLang="en-US"/>
          </a:p>
        </p:txBody>
      </p:sp>
      <p:sp>
        <p:nvSpPr>
          <p:cNvPr id="4" name="署名占位符 10"/>
          <p:cNvSpPr>
            <a:spLocks noGrp="1"/>
          </p:cNvSpPr>
          <p:nvPr>
            <p:ph type="body" sz="quarter" idx="16389"/>
            <p:custDataLst>
              <p:tags r:id="rId3"/>
            </p:custDataLst>
          </p:nvPr>
        </p:nvSpPr>
        <p:spPr>
          <a:xfrm>
            <a:off x="4365185" y="4368846"/>
            <a:ext cx="3779445" cy="533400"/>
          </a:xfrm>
        </p:spPr>
        <p:txBody>
          <a:bodyPr>
            <a:normAutofit fontScale="90000"/>
          </a:bodyPr>
          <a:p>
            <a:r>
              <a:rPr lang="zh-CN" altLang="en-US"/>
              <a:t>汇报人:</a:t>
            </a:r>
            <a:r>
              <a:rPr lang="zh-CN" altLang="en-US">
                <a:cs typeface="Arial" panose="020B0604020202020204" pitchFamily="34" charset="0"/>
              </a:rPr>
              <a:t>鲁凤莹，易俊丞，陈月行</a:t>
            </a:r>
            <a:endParaRPr lang="zh-CN" altLang="en-US"/>
          </a:p>
        </p:txBody>
      </p:sp>
    </p:spTree>
    <p:custDataLst>
      <p:tags r:id="rId4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pPr algn="ctr">
              <a:lnSpc>
                <a:spcPct val="125000"/>
              </a:lnSpc>
            </a:pPr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pPr algn="ctr">
              <a:lnSpc>
                <a:spcPct val="104000"/>
              </a:lnSpc>
            </a:pPr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/>
              <a:t>01</a:t>
            </a:r>
            <a:endParaRPr lang="en-US" altLang="en-US"/>
          </a:p>
        </p:txBody>
      </p:sp>
      <p:sp>
        <p:nvSpPr>
          <p:cNvPr id="5" name="装饰  9"/>
          <p:cNvSpPr>
            <a:spLocks noGrp="1"/>
          </p:cNvSpPr>
          <p:nvPr>
            <p:ph type="body" idx="16395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8000"/>
              </a:lnSpc>
            </a:pPr>
            <a:r>
              <a:rPr lang="zh-CN" altLang="en-US"/>
              <a:t>项目概述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/>
              <a:t>02</a:t>
            </a:r>
            <a:endParaRPr lang="en-US" altLang="en-US"/>
          </a:p>
        </p:txBody>
      </p:sp>
      <p:sp>
        <p:nvSpPr>
          <p:cNvPr id="8" name="装饰  5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8000"/>
              </a:lnSpc>
            </a:pPr>
            <a:r>
              <a:rPr lang="zh-CN" altLang="en-US"/>
              <a:t>选课核心需求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/>
              <a:t>03</a:t>
            </a:r>
            <a:endParaRPr lang="en-US" altLang="en-US"/>
          </a:p>
        </p:txBody>
      </p:sp>
      <p:sp>
        <p:nvSpPr>
          <p:cNvPr id="11" name="装饰  8"/>
          <p:cNvSpPr>
            <a:spLocks noGrp="1"/>
          </p:cNvSpPr>
          <p:nvPr>
            <p:ph type="body" idx="16397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8000"/>
              </a:lnSpc>
            </a:pPr>
            <a:r>
              <a:rPr lang="zh-CN" altLang="en-US"/>
              <a:t>选课模块设计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4"/>
            <p:custDataLst>
              <p:tags r:id="rId12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/>
              <a:t>04</a:t>
            </a:r>
            <a:endParaRPr lang="en-US" altLang="en-US"/>
          </a:p>
        </p:txBody>
      </p:sp>
      <p:sp>
        <p:nvSpPr>
          <p:cNvPr id="14" name="装饰  1"/>
          <p:cNvSpPr>
            <a:spLocks noGrp="1"/>
          </p:cNvSpPr>
          <p:nvPr>
            <p:ph type="body" idx="16398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4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8000"/>
              </a:lnSpc>
            </a:pPr>
            <a:r>
              <a:rPr lang="zh-CN" altLang="en-US"/>
              <a:t>选课相关核心类与接口</a:t>
            </a:r>
            <a:endParaRPr lang="zh-CN" altLang="en-US"/>
          </a:p>
        </p:txBody>
      </p:sp>
    </p:spTree>
    <p:custDataLst>
      <p:tags r:id="rId1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pPr algn="ctr">
              <a:lnSpc>
                <a:spcPct val="125000"/>
              </a:lnSpc>
            </a:pPr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pPr algn="ctr">
              <a:lnSpc>
                <a:spcPct val="104000"/>
              </a:lnSpc>
            </a:pPr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/>
              <a:t>05</a:t>
            </a:r>
            <a:endParaRPr lang="en-US" altLang="en-US"/>
          </a:p>
        </p:txBody>
      </p:sp>
      <p:sp>
        <p:nvSpPr>
          <p:cNvPr id="5" name="装饰  9"/>
          <p:cNvSpPr>
            <a:spLocks noGrp="1"/>
          </p:cNvSpPr>
          <p:nvPr>
            <p:ph type="body" idx="16393"/>
            <p:custDataLst>
              <p:tags r:id="rId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8000"/>
              </a:lnSpc>
            </a:pPr>
            <a:r>
              <a:rPr lang="zh-CN" altLang="en-US"/>
              <a:t>选课核心流程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/>
              <a:t>06</a:t>
            </a:r>
            <a:endParaRPr lang="en-US" altLang="en-US"/>
          </a:p>
        </p:txBody>
      </p:sp>
      <p:sp>
        <p:nvSpPr>
          <p:cNvPr id="8" name="装饰  5"/>
          <p:cNvSpPr>
            <a:spLocks noGrp="1"/>
          </p:cNvSpPr>
          <p:nvPr>
            <p:ph type="body" idx="16394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8000"/>
              </a:lnSpc>
            </a:pPr>
            <a:r>
              <a:rPr lang="zh-CN" altLang="en-US"/>
              <a:t>选课操作说明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/>
              <a:t>07</a:t>
            </a:r>
            <a:endParaRPr lang="en-US" altLang="en-US"/>
          </a:p>
        </p:txBody>
      </p:sp>
      <p:sp>
        <p:nvSpPr>
          <p:cNvPr id="11" name="装饰  8"/>
          <p:cNvSpPr>
            <a:spLocks noGrp="1"/>
          </p:cNvSpPr>
          <p:nvPr>
            <p:ph type="body" idx="16395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8000"/>
              </a:lnSpc>
            </a:pPr>
            <a:r>
              <a:rPr lang="zh-CN" altLang="en-US"/>
              <a:t>选课模块注意事项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3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solidFill>
                  <a:schemeClr val="accent1">
                    <a:lumMod val="50000"/>
                  </a:schemeClr>
                </a:solidFill>
                <a:effectLst/>
                <a:uFill>
                  <a:solidFill>
                    <a:srgbClr val="223770"/>
                  </a:solidFill>
                </a:uFill>
              </a:rPr>
              <a:t>项目</a:t>
            </a:r>
            <a:r>
              <a:rPr lang="zh-CN" altLang="en-US"/>
              <a:t>概述</a:t>
            </a:r>
            <a:endParaRPr lang="zh-CN" altLang="en-US"/>
          </a:p>
        </p:txBody>
      </p:sp>
      <p:sp>
        <p:nvSpPr>
          <p:cNvPr id="3" name="文本占位符 13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01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453046" y="369253"/>
            <a:ext cx="4876800" cy="12192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项目目的与范围</a:t>
            </a:r>
            <a:endParaRPr lang="zh-CN" altLang="en-US"/>
          </a:p>
        </p:txBody>
      </p:sp>
      <p:sp>
        <p:nvSpPr>
          <p:cNvPr id="4" name="装饰  7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>
          <a:xfrm>
            <a:off x="453046" y="2052645"/>
            <a:ext cx="50800" cy="20320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>
          <a:xfrm>
            <a:off x="605446" y="2052645"/>
            <a:ext cx="4724400" cy="4064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目的说明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>
          <a:xfrm>
            <a:off x="605446" y="2560645"/>
            <a:ext cx="6738931" cy="1524000"/>
          </a:xfrm>
        </p:spPr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基于C++选课系统源代码文档，详述核心功能、技术实现与操作流程，旨在辅助开发、测试及用户使用，符合软件工程实训考核标准。</a:t>
            </a:r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453046" y="4862514"/>
            <a:ext cx="10972800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/>
              <a:t>范围界定</a:t>
            </a:r>
            <a:endParaRPr lang="zh-CN" altLang="en-US"/>
          </a:p>
        </p:txBody>
      </p:sp>
      <p:sp>
        <p:nvSpPr>
          <p:cNvPr id="9" name="文本占位符 4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453046" y="5421314"/>
            <a:ext cx="10972800" cy="3048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/>
              <a:t>聚焦选课业务，涵盖需求、设计、流程与操作，排除无关冗余功能描述。</a:t>
            </a:r>
            <a:endParaRPr lang="zh-CN" altLang="en-US"/>
          </a:p>
        </p:txBody>
      </p:sp>
    </p:spTree>
    <p:custDataLst>
      <p:tags r:id="rId7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3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选课核心需求</a:t>
            </a:r>
            <a:endParaRPr lang="zh-CN" altLang="en-US"/>
          </a:p>
        </p:txBody>
      </p:sp>
      <p:sp>
        <p:nvSpPr>
          <p:cNvPr id="3" name="文本占位符 13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02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业务需求</a:t>
            </a:r>
            <a:endParaRPr lang="zh-CN" altLang="en-US"/>
          </a:p>
        </p:txBody>
      </p:sp>
      <p:sp>
        <p:nvSpPr>
          <p:cNvPr id="3" name="装饰  6"/>
          <p:cNvSpPr>
            <a:spLocks noGrp="1"/>
          </p:cNvSpPr>
          <p:nvPr>
            <p:ph type="body" idx="16390"/>
            <p:custDataLst>
              <p:tags r:id="rId2"/>
            </p:custDataLst>
          </p:nvPr>
        </p:nvSpPr>
        <p:spPr>
          <a:xfrm>
            <a:off x="609582" y="1635134"/>
            <a:ext cx="5334000" cy="17780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>
          <a:xfrm>
            <a:off x="914382" y="1939934"/>
            <a:ext cx="4724400" cy="4064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选课功能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>
          <a:xfrm>
            <a:off x="914382" y="2498734"/>
            <a:ext cx="4724400" cy="609600"/>
          </a:xfrm>
        </p:spPr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学生可选、退选课程，查询个人选课记录，系统校验合法性，更新选课数据，支持查询选课名单及详情。</a:t>
            </a:r>
            <a:endParaRPr lang="zh-CN" altLang="en-US"/>
          </a:p>
        </p:txBody>
      </p:sp>
      <p:sp>
        <p:nvSpPr>
          <p:cNvPr id="7" name="装饰  2"/>
          <p:cNvSpPr>
            <a:spLocks noGrp="1"/>
          </p:cNvSpPr>
          <p:nvPr>
            <p:ph type="body" idx="16392"/>
            <p:custDataLst>
              <p:tags r:id="rId5"/>
            </p:custDataLst>
          </p:nvPr>
        </p:nvSpPr>
        <p:spPr>
          <a:xfrm>
            <a:off x="6248382" y="1635134"/>
            <a:ext cx="5334000" cy="17780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>
          <a:xfrm>
            <a:off x="6553182" y="1939934"/>
            <a:ext cx="4724400" cy="4064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系统校验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>
          <a:xfrm>
            <a:off x="6553182" y="2498734"/>
            <a:ext cx="4724400" cy="609600"/>
          </a:xfrm>
        </p:spPr>
        <p:txBody>
          <a:bodyPr>
            <a:normAutofit lnSpcReduction="10000"/>
          </a:bodyPr>
          <a:p>
            <a:pPr algn="l">
              <a:lnSpc>
                <a:spcPct val="125000"/>
              </a:lnSpc>
            </a:pPr>
            <a:r>
              <a:rPr lang="zh-CN" altLang="en-US"/>
              <a:t>验证学生/课程存在，检查课程容量，防止重复选课，确保操作后数据一致性。</a:t>
            </a:r>
            <a:endParaRPr lang="zh-CN" altLang="en-US"/>
          </a:p>
        </p:txBody>
      </p:sp>
      <p:sp>
        <p:nvSpPr>
          <p:cNvPr id="13" name="装饰  7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09582" y="4602163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4" name="文本占位符 4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761982" y="4602163"/>
            <a:ext cx="4724400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/>
              <a:t>技术</a:t>
            </a:r>
            <a:r>
              <a:rPr lang="zh-CN" altLang="en-US">
                <a:cs typeface="Arial" panose="020B0604020202020204" pitchFamily="34" charset="0"/>
              </a:rPr>
              <a:t>需求</a:t>
            </a:r>
            <a:endParaRPr lang="zh-CN" altLang="en-US"/>
          </a:p>
        </p:txBody>
      </p:sp>
      <p:sp>
        <p:nvSpPr>
          <p:cNvPr id="15" name="文本占位符 5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761982" y="5110163"/>
            <a:ext cx="4724400" cy="9144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/>
              <a:t>面向对象编程，代管者模式管理选课，确保事务一致性，支持批量查询，模块化设计，统一接口交互。</a:t>
            </a:r>
            <a:endParaRPr lang="zh-CN" altLang="en-US"/>
          </a:p>
        </p:txBody>
      </p:sp>
    </p:spTree>
    <p:custDataLst>
      <p:tags r:id="rId1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3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选课模块设计</a:t>
            </a:r>
            <a:endParaRPr lang="zh-CN" altLang="en-US"/>
          </a:p>
        </p:txBody>
      </p:sp>
      <p:sp>
        <p:nvSpPr>
          <p:cNvPr id="3" name="文本占位符 13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03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模块架构</a:t>
            </a:r>
            <a:endParaRPr lang="zh-CN" altLang="en-US"/>
          </a:p>
        </p:txBody>
      </p:sp>
      <p:sp>
        <p:nvSpPr>
          <p:cNvPr id="3" name="装饰  6"/>
          <p:cNvSpPr>
            <a:spLocks noGrp="1"/>
          </p:cNvSpPr>
          <p:nvPr>
            <p:ph type="body" idx="16394"/>
            <p:custDataLst>
              <p:tags r:id="rId2"/>
            </p:custDataLst>
          </p:nvPr>
        </p:nvSpPr>
        <p:spPr>
          <a:xfrm>
            <a:off x="609635" y="1414903"/>
            <a:ext cx="2514600" cy="29972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>
          <a:xfrm>
            <a:off x="914435" y="1719703"/>
            <a:ext cx="1905000" cy="4064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表现层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>
          <a:xfrm>
            <a:off x="914435" y="2278503"/>
            <a:ext cx="1905000" cy="1828800"/>
          </a:xfrm>
        </p:spPr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通过ConsoleUIModule类提供选课/退课/查询的终端交互菜单，接收用户输入并展示结果。</a:t>
            </a:r>
            <a:endParaRPr lang="zh-CN" altLang="en-US"/>
          </a:p>
        </p:txBody>
      </p:sp>
      <p:sp>
        <p:nvSpPr>
          <p:cNvPr id="7" name="装饰  2"/>
          <p:cNvSpPr>
            <a:spLocks noGrp="1"/>
          </p:cNvSpPr>
          <p:nvPr>
            <p:ph type="body" idx="16396"/>
            <p:custDataLst>
              <p:tags r:id="rId5"/>
            </p:custDataLst>
          </p:nvPr>
        </p:nvSpPr>
        <p:spPr>
          <a:xfrm>
            <a:off x="3429035" y="1414903"/>
            <a:ext cx="2514600" cy="29972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>
          <a:xfrm>
            <a:off x="3733835" y="1719703"/>
            <a:ext cx="1905000" cy="4064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应用逻辑层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>
          <a:xfrm>
            <a:off x="3733835" y="2278503"/>
            <a:ext cx="1905000" cy="1828800"/>
          </a:xfrm>
        </p:spPr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CourseSystemService类封装选课相关统一接口，作为表现层与领域层的中间适配层。</a:t>
            </a:r>
            <a:endParaRPr lang="zh-CN" altLang="en-US"/>
          </a:p>
        </p:txBody>
      </p:sp>
      <p:sp>
        <p:nvSpPr>
          <p:cNvPr id="11" name="装饰  8"/>
          <p:cNvSpPr>
            <a:spLocks noGrp="1"/>
          </p:cNvSpPr>
          <p:nvPr>
            <p:ph type="body" idx="16398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领域层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Student类、Course类封装选课属性与行为，Registrar类作为代管者协调选课逻辑。</a:t>
            </a:r>
            <a:endParaRPr lang="zh-CN" altLang="en-US"/>
          </a:p>
        </p:txBody>
      </p:sp>
      <p:sp>
        <p:nvSpPr>
          <p:cNvPr id="15" name="装饰  2"/>
          <p:cNvSpPr>
            <a:spLocks noGrp="1"/>
          </p:cNvSpPr>
          <p:nvPr>
            <p:ph type="body" idx="16400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2"/>
            <p:custDataLst>
              <p:tags r:id="rId12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数据管理层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/>
            <p:custDataLst>
              <p:tags r:id="rId13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通过Registrar类的容器存储学生、课程数据，模拟数据库模块提供数据持久化支持。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核心技术选型</a:t>
            </a:r>
            <a:endParaRPr lang="zh-CN" altLang="en-US"/>
          </a:p>
        </p:txBody>
      </p:sp>
      <p:sp>
        <p:nvSpPr>
          <p:cNvPr id="3" name="装饰  6"/>
          <p:cNvSpPr>
            <a:spLocks noGrp="1"/>
          </p:cNvSpPr>
          <p:nvPr>
            <p:ph type="body" idx="16394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开发语言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C++20（支持模块、智能指针、容器等特性）</a:t>
            </a:r>
            <a:endParaRPr lang="zh-CN" altLang="en-US"/>
          </a:p>
        </p:txBody>
      </p:sp>
      <p:sp>
        <p:nvSpPr>
          <p:cNvPr id="7" name="装饰  2"/>
          <p:cNvSpPr>
            <a:spLocks noGrp="1"/>
          </p:cNvSpPr>
          <p:nvPr>
            <p:ph type="body" idx="16396"/>
            <p:custDataLst>
              <p:tags r:id="rId5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核心容器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7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unordered_map（快速查找学生/课程）、vector（存储选课列表）</a:t>
            </a:r>
            <a:endParaRPr lang="zh-CN" altLang="en-US"/>
          </a:p>
        </p:txBody>
      </p:sp>
      <p:sp>
        <p:nvSpPr>
          <p:cNvPr id="11" name="装饰  8"/>
          <p:cNvSpPr>
            <a:spLocks noGrp="1"/>
          </p:cNvSpPr>
          <p:nvPr>
            <p:ph type="body" idx="16398"/>
            <p:custDataLst>
              <p:tags r:id="rId8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设计模式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10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代管者模式（Registrar类统一管理选课交互）</a:t>
            </a:r>
            <a:endParaRPr lang="zh-CN" altLang="en-US"/>
          </a:p>
        </p:txBody>
      </p:sp>
      <p:sp>
        <p:nvSpPr>
          <p:cNvPr id="15" name="装饰  2"/>
          <p:cNvSpPr>
            <a:spLocks noGrp="1"/>
          </p:cNvSpPr>
          <p:nvPr>
            <p:ph type="body" idx="16400"/>
            <p:custDataLst>
              <p:tags r:id="rId11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2"/>
            <p:custDataLst>
              <p:tags r:id="rId12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数据一致性保障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/>
            <p:custDataLst>
              <p:tags r:id="rId13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操作回滚机制、状态同步更新</a:t>
            </a:r>
            <a:endParaRPr lang="zh-CN" altLang="en-US"/>
          </a:p>
        </p:txBody>
      </p:sp>
    </p:spTree>
    <p:custDataLst>
      <p:tags r:id="rId14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3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选课相关核心类与接口</a:t>
            </a:r>
            <a:endParaRPr lang="zh-CN" altLang="en-US"/>
          </a:p>
        </p:txBody>
      </p:sp>
      <p:sp>
        <p:nvSpPr>
          <p:cNvPr id="3" name="文本占位符 13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04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核心实体类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>
          <a:xfrm>
            <a:off x="854469" y="2246141"/>
            <a:ext cx="4521200" cy="406400"/>
          </a:xfrm>
        </p:spPr>
        <p:txBody>
          <a:bodyPr>
            <a:normAutofit/>
          </a:bodyPr>
          <a:p>
            <a:pPr algn="ctr">
              <a:lnSpc>
                <a:spcPct val="111000"/>
              </a:lnSpc>
            </a:pPr>
            <a:r>
              <a:rPr lang="zh-CN" altLang="en-US"/>
              <a:t>Student类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>
          <a:xfrm>
            <a:off x="854469" y="2804941"/>
            <a:ext cx="4521200" cy="1219200"/>
          </a:xfrm>
        </p:spPr>
        <p:txBody>
          <a:bodyPr>
            <a:normAutofit/>
          </a:bodyPr>
          <a:p>
            <a:pPr algn="ctr">
              <a:lnSpc>
                <a:spcPct val="125000"/>
              </a:lnSpc>
            </a:pPr>
            <a:r>
              <a:rPr lang="zh-CN" altLang="en-US"/>
              <a:t>Student类选课相关属性：已选课程列表；</a:t>
            </a:r>
            <a:endParaRPr lang="zh-CN" altLang="en-US"/>
          </a:p>
          <a:p>
            <a:pPr algn="ctr">
              <a:lnSpc>
                <a:spcPct val="125000"/>
              </a:lnSpc>
            </a:pPr>
            <a:r>
              <a:rPr lang="zh-CN" altLang="en-US"/>
              <a:t>核心接口：selectCourse、dropCourse、hasSelectedCourse、getSelectedCourses。</a:t>
            </a:r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/>
            <p:custDataLst>
              <p:tags r:id="rId4"/>
            </p:custDataLst>
          </p:nvPr>
        </p:nvSpPr>
        <p:spPr>
          <a:xfrm>
            <a:off x="6493269" y="2246141"/>
            <a:ext cx="4521200" cy="406400"/>
          </a:xfrm>
        </p:spPr>
        <p:txBody>
          <a:bodyPr>
            <a:normAutofit/>
          </a:bodyPr>
          <a:p>
            <a:pPr algn="ctr">
              <a:lnSpc>
                <a:spcPct val="111000"/>
              </a:lnSpc>
            </a:pPr>
            <a:r>
              <a:rPr lang="zh-CN" altLang="en-US">
                <a:solidFill>
                  <a:srgbClr val="000000"/>
                </a:solidFill>
              </a:rPr>
              <a:t>Course类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/>
            <p:custDataLst>
              <p:tags r:id="rId5"/>
            </p:custDataLst>
          </p:nvPr>
        </p:nvSpPr>
        <p:spPr>
          <a:xfrm>
            <a:off x="6493269" y="2804941"/>
            <a:ext cx="4521200" cy="1219200"/>
          </a:xfrm>
        </p:spPr>
        <p:txBody>
          <a:bodyPr>
            <a:normAutofit/>
          </a:bodyPr>
          <a:p>
            <a:pPr algn="ctr">
              <a:lnSpc>
                <a:spcPct val="125000"/>
              </a:lnSpc>
            </a:pPr>
            <a:r>
              <a:rPr lang="zh-CN" altLang="en-US">
                <a:solidFill>
                  <a:srgbClr val="000000"/>
                </a:solidFill>
              </a:rPr>
              <a:t>Course类选课属性含最大容量和当前容量；</a:t>
            </a:r>
            <a:endParaRPr lang="zh-CN" altLang="en-US">
              <a:solidFill>
                <a:srgbClr val="000000"/>
              </a:solidFill>
            </a:endParaRPr>
          </a:p>
          <a:p>
            <a:pPr algn="ctr">
              <a:lnSpc>
                <a:spcPct val="125000"/>
              </a:lnSpc>
            </a:pPr>
            <a:r>
              <a:rPr lang="zh-CN" altLang="en-US">
                <a:solidFill>
                  <a:srgbClr val="000000"/>
                </a:solidFill>
              </a:rPr>
              <a:t>核心接口有enrollStudent、dropStudent、isFull、getCurrentCapacity、getMaxCapacity。</a:t>
            </a:r>
            <a:endParaRPr lang="zh-CN" altLang="en-US">
              <a:solidFill>
                <a:srgbClr val="000000"/>
              </a:solidFill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97740" y="300132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Registrar类核心接口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>
          <a:xfrm>
            <a:off x="697775" y="4293250"/>
            <a:ext cx="5181600" cy="406400"/>
          </a:xfrm>
        </p:spPr>
        <p:txBody>
          <a:bodyPr>
            <a:normAutofit/>
          </a:bodyPr>
          <a:p>
            <a:pPr algn="ctr">
              <a:lnSpc>
                <a:spcPct val="111000"/>
              </a:lnSpc>
            </a:pPr>
            <a:r>
              <a:rPr lang="zh-CN" altLang="en-US"/>
              <a:t>核心接口设计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>
          <a:xfrm>
            <a:off x="697775" y="4852050"/>
            <a:ext cx="5181600" cy="1828800"/>
          </a:xfrm>
        </p:spPr>
        <p:txBody>
          <a:bodyPr>
            <a:normAutofit/>
          </a:bodyPr>
          <a:p>
            <a:pPr algn="ctr">
              <a:lnSpc>
                <a:spcPct val="125000"/>
              </a:lnSpc>
            </a:pPr>
            <a:r>
              <a:rPr lang="zh-CN" altLang="en-US"/>
              <a:t>包含选课、退课、查询学生课程、查询课程学生及打印学生选课记录功能，操作简洁明了。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8"/>
            <p:custDataLst>
              <p:tags r:id="rId4"/>
            </p:custDataLst>
          </p:nvPr>
        </p:nvSpPr>
        <p:spPr>
          <a:xfrm>
            <a:off x="6488975" y="4293250"/>
            <a:ext cx="5181600" cy="406400"/>
          </a:xfrm>
        </p:spPr>
        <p:txBody>
          <a:bodyPr>
            <a:normAutofit/>
          </a:bodyPr>
          <a:p>
            <a:pPr algn="ctr">
              <a:lnSpc>
                <a:spcPct val="111000"/>
              </a:lnSpc>
            </a:pPr>
            <a:r>
              <a:rPr lang="zh-CN" altLang="en-US"/>
              <a:t>具体接口功能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89"/>
            <p:custDataLst>
              <p:tags r:id="rId5"/>
            </p:custDataLst>
          </p:nvPr>
        </p:nvSpPr>
        <p:spPr>
          <a:xfrm>
            <a:off x="6488975" y="4852050"/>
            <a:ext cx="5181600" cy="1828800"/>
          </a:xfrm>
        </p:spPr>
        <p:txBody>
          <a:bodyPr>
            <a:normAutofit/>
          </a:bodyPr>
          <a:p>
            <a:pPr algn="ctr">
              <a:lnSpc>
                <a:spcPct val="125000"/>
              </a:lnSpc>
            </a:pPr>
            <a:r>
              <a:rPr lang="zh-CN" altLang="en-US"/>
              <a:t>registerCourse和dropCourse用于选退课操作，getStudentCourses和getCourseStudents分别提供学生课程列表和课程学生列表，printStudentRecord展示学生完整选课历史。</a:t>
            </a:r>
            <a:endParaRPr lang="zh-CN" altLang="en-US"/>
          </a:p>
        </p:txBody>
      </p:sp>
      <p:sp>
        <p:nvSpPr>
          <p:cNvPr id="11" name="标题 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09659" y="797820"/>
            <a:ext cx="3429000" cy="12192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i="0" u="none" kern="1200" spc="0">
                <a:solidFill>
                  <a:schemeClr val="tx1"/>
                </a:solidFill>
                <a:effectLst/>
                <a:uFill>
                  <a:solidFill>
                    <a:srgbClr val="223770"/>
                  </a:solidFill>
                </a:u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1000"/>
              </a:lnSpc>
            </a:pPr>
            <a:r>
              <a:rPr lang="zh-CN" altLang="en-US"/>
              <a:t>核心管理类：Registrar类</a:t>
            </a:r>
            <a:endParaRPr lang="zh-CN" altLang="en-US"/>
          </a:p>
        </p:txBody>
      </p:sp>
      <p:sp>
        <p:nvSpPr>
          <p:cNvPr id="12" name="装饰  7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4648259" y="1001020"/>
            <a:ext cx="50800" cy="812800"/>
          </a:xfrm>
          <a:custGeom>
            <a:avLst/>
            <a:gdLst>
              <a:gd name="connisteX0" fmla="*/ 0 w 50800"/>
              <a:gd name="connsiteY0" fmla="*/ 25400 h 812800"/>
              <a:gd name="connisteX1" fmla="*/ 25400 w 50800"/>
              <a:gd name="connsiteY1" fmla="*/ 0 h 812800"/>
              <a:gd name="connisteX2" fmla="*/ 25400 w 50800"/>
              <a:gd name="connsiteY2" fmla="*/ 0 h 812800"/>
              <a:gd name="connisteX3" fmla="*/ 50800 w 50800"/>
              <a:gd name="connsiteY3" fmla="*/ 25400 h 812800"/>
              <a:gd name="connisteX4" fmla="*/ 50800 w 50800"/>
              <a:gd name="connsiteY4" fmla="*/ 787400 h 812800"/>
              <a:gd name="connisteX5" fmla="*/ 25400 w 50800"/>
              <a:gd name="connsiteY5" fmla="*/ 812800 h 812800"/>
              <a:gd name="connisteX6" fmla="*/ 25400 w 50800"/>
              <a:gd name="connsiteY6" fmla="*/ 812800 h 812800"/>
              <a:gd name="connisteX7" fmla="*/ 0 w 50800"/>
              <a:gd name="connsiteY7" fmla="*/ 787400 h 812800"/>
              <a:gd name="connisteX8" fmla="*/ 0 w 50800"/>
              <a:gd name="connsiteY8" fmla="*/ 254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8128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787400"/>
                </a:lnTo>
                <a:cubicBezTo>
                  <a:pt x="50800" y="801428"/>
                  <a:pt x="39428" y="812800"/>
                  <a:pt x="25400" y="812800"/>
                </a:cubicBezTo>
                <a:lnTo>
                  <a:pt x="25400" y="812800"/>
                </a:lnTo>
                <a:cubicBezTo>
                  <a:pt x="11372" y="812800"/>
                  <a:pt x="0" y="801428"/>
                  <a:pt x="0" y="7874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3" name="文本占位符 4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4800659" y="1001020"/>
            <a:ext cx="6781800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/>
              <a:t>选课管理角色与存储</a:t>
            </a:r>
            <a:endParaRPr lang="zh-CN" altLang="en-US"/>
          </a:p>
        </p:txBody>
      </p:sp>
      <p:sp>
        <p:nvSpPr>
          <p:cNvPr id="14" name="文本占位符 5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4800659" y="1509020"/>
            <a:ext cx="6781800" cy="3048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/>
              <a:t>选课核心管理角色，存储学生、课程对象集合，提供统一选课接口。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609535" y="3868031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CourseSystemService类接口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核心接口设计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定义CourseSystemService类,包含学生选课、退课、查询学生课程列表及课程选课学生列表功能。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8"/>
            <p:custDataLst>
              <p:tags r:id="rId4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具体接口实现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89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studentEnroll与studentDropCourse分别调用Registrar的registerCourse和dropCourse方法，getStudentCourses与getCourseStudents用于数据查询。</a:t>
            </a:r>
            <a:endParaRPr lang="zh-CN" altLang="en-US"/>
          </a:p>
        </p:txBody>
      </p:sp>
      <p:sp>
        <p:nvSpPr>
          <p:cNvPr id="9" name="标题 1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09600" y="533400"/>
            <a:ext cx="10972800" cy="6096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i="0" u="none" kern="1200" spc="0">
                <a:solidFill>
                  <a:schemeClr val="tx1"/>
                </a:solidFill>
                <a:effectLst/>
                <a:uFill>
                  <a:solidFill>
                    <a:srgbClr val="223770"/>
                  </a:solidFill>
                </a:u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11000"/>
              </a:lnSpc>
            </a:pPr>
            <a:r>
              <a:rPr lang="zh-CN" altLang="en-US"/>
              <a:t>核心管理类：CourseSystemService类</a:t>
            </a:r>
            <a:endParaRPr lang="zh-CN" altLang="en-US"/>
          </a:p>
        </p:txBody>
      </p:sp>
      <p:sp>
        <p:nvSpPr>
          <p:cNvPr id="10" name="装饰  7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09635" y="2042209"/>
            <a:ext cx="50800" cy="812800"/>
          </a:xfrm>
          <a:custGeom>
            <a:avLst/>
            <a:gdLst>
              <a:gd name="connisteX0" fmla="*/ 0 w 50800"/>
              <a:gd name="connsiteY0" fmla="*/ 25400 h 812800"/>
              <a:gd name="connisteX1" fmla="*/ 25400 w 50800"/>
              <a:gd name="connsiteY1" fmla="*/ 0 h 812800"/>
              <a:gd name="connisteX2" fmla="*/ 25400 w 50800"/>
              <a:gd name="connsiteY2" fmla="*/ 0 h 812800"/>
              <a:gd name="connisteX3" fmla="*/ 50800 w 50800"/>
              <a:gd name="connsiteY3" fmla="*/ 25400 h 812800"/>
              <a:gd name="connisteX4" fmla="*/ 50800 w 50800"/>
              <a:gd name="connsiteY4" fmla="*/ 787400 h 812800"/>
              <a:gd name="connisteX5" fmla="*/ 25400 w 50800"/>
              <a:gd name="connsiteY5" fmla="*/ 812800 h 812800"/>
              <a:gd name="connisteX6" fmla="*/ 25400 w 50800"/>
              <a:gd name="connsiteY6" fmla="*/ 812800 h 812800"/>
              <a:gd name="connisteX7" fmla="*/ 0 w 50800"/>
              <a:gd name="connsiteY7" fmla="*/ 787400 h 812800"/>
              <a:gd name="connisteX8" fmla="*/ 0 w 50800"/>
              <a:gd name="connsiteY8" fmla="*/ 25400 h 812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8128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787400"/>
                </a:lnTo>
                <a:cubicBezTo>
                  <a:pt x="50800" y="801428"/>
                  <a:pt x="39428" y="812800"/>
                  <a:pt x="25400" y="812800"/>
                </a:cubicBezTo>
                <a:lnTo>
                  <a:pt x="25400" y="812800"/>
                </a:lnTo>
                <a:cubicBezTo>
                  <a:pt x="11372" y="812800"/>
                  <a:pt x="0" y="801428"/>
                  <a:pt x="0" y="7874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13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1" name="文本占位符 4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762035" y="2042209"/>
            <a:ext cx="10820400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/>
              <a:t>选课业务适配层功能</a:t>
            </a:r>
            <a:endParaRPr lang="zh-CN" altLang="en-US"/>
          </a:p>
        </p:txBody>
      </p:sp>
      <p:sp>
        <p:nvSpPr>
          <p:cNvPr id="12" name="文本占位符 5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762035" y="2550209"/>
            <a:ext cx="10820400" cy="3048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/>
              <a:t>选课业务适配层，提供对外统一选课相关接口，解耦UI与领域层。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>
          <a:xfrm>
            <a:off x="521460" y="1055299"/>
            <a:ext cx="10972800" cy="6096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核心管理类</a:t>
            </a:r>
            <a:endParaRPr lang="zh-CN" altLang="en-US"/>
          </a:p>
        </p:txBody>
      </p:sp>
      <p:sp>
        <p:nvSpPr>
          <p:cNvPr id="4" name="装饰  7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>
          <a:xfrm>
            <a:off x="521460" y="2045899"/>
            <a:ext cx="50800" cy="1117600"/>
          </a:xfrm>
        </p:spPr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>
          <a:xfrm>
            <a:off x="673860" y="2045899"/>
            <a:ext cx="10820400" cy="4064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ConsoleUIModule类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>
          <a:xfrm>
            <a:off x="673860" y="2553899"/>
            <a:ext cx="10820400" cy="609600"/>
          </a:xfrm>
        </p:spPr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选课交互UI层，提供选课管理子菜单，接收输入调用业务接口，含学生选课、退课及查看选课记录功能。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3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选课核心流程</a:t>
            </a:r>
            <a:endParaRPr lang="zh-CN" altLang="en-US"/>
          </a:p>
        </p:txBody>
      </p:sp>
      <p:sp>
        <p:nvSpPr>
          <p:cNvPr id="3" name="文本占位符 13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05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选课流程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发起选课请求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用户通过UI菜单选择“学生选课”功能，输入学号（sid）和课程ID（cid）。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8"/>
            <p:custDataLst>
              <p:tags r:id="rId4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选课流程与校验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9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CourseSystemService调用studentEnroll接口，转发请求至Registrar的registerCourse方法。Registrar校验：学生ID和课程ID是否存在、课程是否已满、学生是否已选该课程。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选课操作与结果处理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校验通过后执行选课操作，两步成功返回true，失败则回滚，UI层展示成功或失败信息及原因。</a:t>
            </a:r>
            <a:endParaRPr lang="zh-CN" altLang="en-US"/>
          </a:p>
        </p:txBody>
      </p:sp>
    </p:spTree>
    <p:custDataLst>
      <p:tags r:id="rId8"/>
    </p:custData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退课流程</a:t>
            </a:r>
            <a:endParaRPr lang="zh-CN" altLang="en-US"/>
          </a:p>
        </p:txBody>
      </p:sp>
      <p:sp>
        <p:nvSpPr>
          <p:cNvPr id="3" name="装饰  6"/>
          <p:cNvSpPr>
            <a:spLocks noGrp="1"/>
          </p:cNvSpPr>
          <p:nvPr>
            <p:ph type="body" idx="16398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zh-CN" altLang="en-US"/>
              <a:t>01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4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用户输入退课信息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用户通过UI菜单选择“学生退课”功能，输入学号（sid）和课程ID（cid）。</a:t>
            </a:r>
            <a:endParaRPr lang="zh-CN" altLang="en-US"/>
          </a:p>
        </p:txBody>
      </p:sp>
      <p:sp>
        <p:nvSpPr>
          <p:cNvPr id="7" name="装饰  2"/>
          <p:cNvSpPr>
            <a:spLocks noGrp="1"/>
          </p:cNvSpPr>
          <p:nvPr>
            <p:ph type="body" idx="16399"/>
            <p:custDataLst>
              <p:tags r:id="rId6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zh-CN" altLang="en-US"/>
              <a:t>02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系统调用退课接口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90"/>
            <p:custDataLst>
              <p:tags r:id="rId9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CourseSystemService调用studentDropCourse接口，转发请求至Registrar的dropCourse方法。</a:t>
            </a:r>
            <a:endParaRPr lang="zh-CN" altLang="en-US"/>
          </a:p>
        </p:txBody>
      </p:sp>
      <p:sp>
        <p:nvSpPr>
          <p:cNvPr id="11" name="装饰  8"/>
          <p:cNvSpPr>
            <a:spLocks noGrp="1"/>
          </p:cNvSpPr>
          <p:nvPr>
            <p:ph type="body" idx="16400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2" name="文本占位符 11"/>
          <p:cNvSpPr>
            <a:spLocks noGrp="1"/>
          </p:cNvSpPr>
          <p:nvPr>
            <p:ph type="body" idx="16394"/>
            <p:custDataLst>
              <p:tags r:id="rId11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zh-CN" altLang="en-US"/>
              <a:t>03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2"/>
            <p:custDataLst>
              <p:tags r:id="rId12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执行退课校验与操作</a:t>
            </a:r>
            <a:endParaRPr lang="zh-CN" altLang="en-US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3"/>
            <p:custDataLst>
              <p:tags r:id="rId13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Registrar校验学生与课程ID存在及选课情况，通过后调用Student的dropCourse和Course的dropStudent方法执行退课。</a:t>
            </a:r>
            <a:endParaRPr lang="zh-CN" altLang="en-US"/>
          </a:p>
        </p:txBody>
      </p:sp>
      <p:sp>
        <p:nvSpPr>
          <p:cNvPr id="15" name="装饰  2"/>
          <p:cNvSpPr>
            <a:spLocks noGrp="1"/>
          </p:cNvSpPr>
          <p:nvPr>
            <p:ph type="body" idx="16401"/>
            <p:custDataLst>
              <p:tags r:id="rId14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16" name="文本占位符 15"/>
          <p:cNvSpPr>
            <a:spLocks noGrp="1"/>
          </p:cNvSpPr>
          <p:nvPr>
            <p:ph type="body" idx="16397"/>
            <p:custDataLst>
              <p:tags r:id="rId15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zh-CN" altLang="en-US"/>
              <a:t>04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5"/>
            <p:custDataLst>
              <p:tags r:id="rId16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返回并展示结果</a:t>
            </a:r>
            <a:endParaRPr lang="zh-CN" altLang="en-US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6"/>
            <p:custDataLst>
              <p:tags r:id="rId17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两步操作均成功返回true（退课成功），否则返回false（退课失败，原因含学生/课程不存在、未选该课程等），UI层展示退课结果。</a:t>
            </a:r>
            <a:endParaRPr lang="zh-CN" altLang="en-US"/>
          </a:p>
        </p:txBody>
      </p:sp>
    </p:spTree>
    <p:custDataLst>
      <p:tags r:id="rId18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3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选课操作说明</a:t>
            </a:r>
            <a:endParaRPr lang="zh-CN" altLang="en-US"/>
          </a:p>
        </p:txBody>
      </p:sp>
      <p:sp>
        <p:nvSpPr>
          <p:cNvPr id="3" name="文本占位符 13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06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操作前提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2"/>
            </p:custDataLst>
          </p:nvPr>
        </p:nvSpPr>
        <p:spPr>
          <a:xfrm>
            <a:off x="609635" y="2307349"/>
            <a:ext cx="7119882" cy="1351410"/>
          </a:xfrm>
        </p:spPr>
        <p:txBody>
          <a:bodyPr>
            <a:noAutofit/>
          </a:bodyPr>
          <a:p>
            <a:pPr algn="l">
              <a:lnSpc>
                <a:spcPct val="125000"/>
              </a:lnSpc>
            </a:pPr>
            <a:r>
              <a:rPr lang="zh-CN" altLang="en-US" sz="2000"/>
              <a:t>系统已录入学生与课程数据，操作需准确输入学号及课程ID，注意大小写与系统一致。</a:t>
            </a:r>
            <a:endParaRPr lang="zh-CN" altLang="en-US" sz="2000"/>
          </a:p>
        </p:txBody>
      </p:sp>
    </p:spTree>
    <p:custDataLst>
      <p:tags r:id="rId3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具体操作步骤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>
          <a:xfrm>
            <a:off x="8458135" y="1532461"/>
            <a:ext cx="3124200" cy="4064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>
                <a:solidFill>
                  <a:srgbClr val="000000"/>
                </a:solidFill>
              </a:rPr>
              <a:t>学生退课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>
          <a:xfrm>
            <a:off x="8458135" y="2091261"/>
            <a:ext cx="3124200" cy="1828800"/>
          </a:xfrm>
        </p:spPr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solidFill>
                  <a:srgbClr val="000000"/>
                </a:solidFill>
              </a:rPr>
              <a:t>在选课管理选“2.学生退课”，输入学号和课程ID，系统反馈退课结果，成功提示“退课成功！”，失败提示原因，按回车返回。</a:t>
            </a:r>
            <a:endParaRPr lang="zh-CN" altLang="en-US">
              <a:solidFill>
                <a:srgbClr val="000000"/>
              </a:solidFill>
            </a:endParaRPr>
          </a:p>
        </p:txBody>
      </p:sp>
      <p:sp>
        <p:nvSpPr>
          <p:cNvPr id="9" name="文本占位符 3"/>
          <p:cNvSpPr>
            <a:spLocks noGrp="1"/>
          </p:cNvSpPr>
          <p:nvPr>
            <p:custDataLst>
              <p:tags r:id="rId4"/>
            </p:custDataLst>
          </p:nvPr>
        </p:nvSpPr>
        <p:spPr>
          <a:xfrm>
            <a:off x="609635" y="1532399"/>
            <a:ext cx="6934200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/>
              <a:t>学生选课</a:t>
            </a:r>
            <a:endParaRPr lang="zh-CN" altLang="en-US"/>
          </a:p>
        </p:txBody>
      </p:sp>
      <p:sp>
        <p:nvSpPr>
          <p:cNvPr id="10" name="文本占位符 4"/>
          <p:cNvSpPr>
            <a:spLocks noGrp="1"/>
          </p:cNvSpPr>
          <p:nvPr>
            <p:custDataLst>
              <p:tags r:id="rId5"/>
            </p:custDataLst>
          </p:nvPr>
        </p:nvSpPr>
        <p:spPr>
          <a:xfrm>
            <a:off x="609635" y="2091199"/>
            <a:ext cx="6934200" cy="12192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/>
              <a:t>运行系统，在主菜单选择“4. 选课管理”，进入选课管理子菜单；选择“1. 学生选课”，按提示输入学号（如S001）和课程ID（如C001）；系统反馈选课结果：成功则提示“选课成功！”，失败则提示具体原因；按回车键返回上一级菜单。</a:t>
            </a:r>
            <a:endParaRPr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609635" y="3834530"/>
            <a:ext cx="5029200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11000"/>
              </a:lnSpc>
            </a:pPr>
            <a:r>
              <a:rPr lang="zh-CN" altLang="en-US"/>
              <a:t>查看选课记录</a:t>
            </a:r>
            <a:endParaRPr lang="zh-CN" altLang="en-US"/>
          </a:p>
        </p:txBody>
      </p:sp>
      <p:sp>
        <p:nvSpPr>
          <p:cNvPr id="12" name="文本占位符 4"/>
          <p:cNvSpPr>
            <a:spLocks noGrp="1"/>
          </p:cNvSpPr>
          <p:nvPr>
            <p:custDataLst>
              <p:tags r:id="rId7"/>
            </p:custDataLst>
          </p:nvPr>
        </p:nvSpPr>
        <p:spPr>
          <a:xfrm>
            <a:off x="609635" y="4393330"/>
            <a:ext cx="5029200" cy="12192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 lnSpcReduction="10000"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/>
              <a:t>在选课管理子菜单选择“3. 查看学生选课”，输入学号；系统展示该学生的已选课程列表（包含课程ID和课程名称），无选课记录则提示“无选课记录。”；按回车键返回。</a:t>
            </a:r>
            <a:endParaRPr lang="zh-CN" altLang="en-US"/>
          </a:p>
        </p:txBody>
      </p:sp>
      <p:sp>
        <p:nvSpPr>
          <p:cNvPr id="13" name="文本占位符 2"/>
          <p:cNvSpPr>
            <a:spLocks noGrp="1"/>
          </p:cNvSpPr>
          <p:nvPr>
            <p:custDataLst>
              <p:tags r:id="rId8"/>
            </p:custDataLst>
          </p:nvPr>
        </p:nvSpPr>
        <p:spPr>
          <a:xfrm>
            <a:off x="6658245" y="3834532"/>
            <a:ext cx="3010817" cy="40640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ctr" defTabSz="914400" rtl="0" eaLnBrk="1" latinLnBrk="0" hangingPunct="1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24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11000"/>
              </a:lnSpc>
            </a:pPr>
            <a:r>
              <a:rPr lang="zh-CN" altLang="en-US"/>
              <a:t>查看课程选课学生</a:t>
            </a:r>
            <a:endParaRPr lang="zh-CN" altLang="en-US"/>
          </a:p>
        </p:txBody>
      </p:sp>
      <p:sp>
        <p:nvSpPr>
          <p:cNvPr id="14" name="文本占位符 4"/>
          <p:cNvSpPr>
            <a:spLocks noGrp="1"/>
          </p:cNvSpPr>
          <p:nvPr>
            <p:custDataLst>
              <p:tags r:id="rId9"/>
            </p:custDataLst>
          </p:nvPr>
        </p:nvSpPr>
        <p:spPr>
          <a:xfrm>
            <a:off x="6658192" y="4469591"/>
            <a:ext cx="4795688" cy="1402860"/>
          </a:xfrm>
          <a:prstGeom prst="rect">
            <a:avLst/>
          </a:prstGeom>
          <a:noFill/>
        </p:spPr>
        <p:txBody>
          <a:bodyPr vert="horz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b="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0" algn="l" defTabSz="914400" rtl="0" eaLnBrk="1" latinLnBrk="0" hangingPunct="1">
              <a:lnSpc>
                <a:spcPct val="13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25000"/>
              </a:lnSpc>
            </a:pPr>
            <a:r>
              <a:rPr lang="zh-CN" altLang="en-US"/>
              <a:t>主菜单选“3.课程管理”，选“4.查看课程学生”并输入课程ID，系统展示选课学生（学号、姓名）或提示无学生，按回车返回。</a:t>
            </a:r>
            <a:endParaRPr lang="zh-CN" altLang="en-US"/>
          </a:p>
        </p:txBody>
      </p:sp>
    </p:spTree>
    <p:custDataLst>
      <p:tags r:id="rId10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测试数据说明</a:t>
            </a:r>
            <a:endParaRPr lang="zh-CN" altLang="en-US"/>
          </a:p>
        </p:txBody>
      </p:sp>
      <p:sp>
        <p:nvSpPr>
          <p:cNvPr id="3" name="装饰  6"/>
          <p:cNvSpPr>
            <a:spLocks noGrp="1"/>
          </p:cNvSpPr>
          <p:nvPr>
            <p:ph type="body" idx="16388"/>
            <p:custDataLst>
              <p:tags r:id="rId2"/>
            </p:custDataLst>
          </p:nvPr>
        </p:nvSpPr>
        <p:spPr/>
        <p:txBody>
          <a:bodyPr/>
          <a:p>
            <a:r>
              <a:rPr lang="zh-CN" altLang="en-US"/>
              <a:t> 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idx="16386"/>
            <p:custDataLst>
              <p:tags r:id="rId3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数据详情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7"/>
            <p:custDataLst>
              <p:tags r:id="rId4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系统预设S001张三、S002李四、S003王五三位学生，及C001 C++程序设计(容2)、C002数据结构(容3)、C003数据库原理(容2)课程供选。</a:t>
            </a:r>
            <a:endParaRPr lang="zh-CN" altLang="en-US"/>
          </a:p>
        </p:txBody>
      </p:sp>
    </p:spTree>
    <p:custDataLst>
      <p:tags r:id="rId5"/>
    </p:custData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3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/>
              <a:t>选课模块注意事项</a:t>
            </a:r>
            <a:endParaRPr lang="zh-CN" altLang="en-US"/>
          </a:p>
        </p:txBody>
      </p:sp>
      <p:sp>
        <p:nvSpPr>
          <p:cNvPr id="3" name="文本占位符 13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/>
              <a:t>07</a:t>
            </a:r>
            <a:endParaRPr lang="en-US" altLang="en-US"/>
          </a:p>
        </p:txBody>
      </p:sp>
    </p:spTree>
    <p:custDataLst>
      <p:tags r:id="rId3"/>
    </p:custData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ctrTitle" idx="16385"/>
            <p:custDataLst>
              <p:tags r:id="rId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/>
              <a:t>选课模块注意事项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>
          <a:xfrm>
            <a:off x="609635" y="1473173"/>
            <a:ext cx="1544320" cy="406400"/>
          </a:xfrm>
        </p:spPr>
        <p:txBody>
          <a:bodyPr>
            <a:normAutofit fontScale="80000"/>
          </a:bodyPr>
          <a:p>
            <a:pPr algn="l">
              <a:lnSpc>
                <a:spcPct val="111000"/>
              </a:lnSpc>
            </a:pPr>
            <a:r>
              <a:rPr lang="zh-CN" altLang="en-US"/>
              <a:t>课程容量限制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>
          <a:xfrm>
            <a:off x="609635" y="1930373"/>
            <a:ext cx="1544320" cy="1828800"/>
          </a:xfrm>
        </p:spPr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当课程当前容量达到最大容量时，无法继续选课</a:t>
            </a:r>
            <a:endParaRPr lang="zh-CN" altLang="en-US"/>
          </a:p>
        </p:txBody>
      </p:sp>
      <p:sp>
        <p:nvSpPr>
          <p:cNvPr id="9" name="文本占位符 8"/>
          <p:cNvSpPr>
            <a:spLocks noGrp="1"/>
          </p:cNvSpPr>
          <p:nvPr>
            <p:ph type="body" idx="16388"/>
            <p:custDataLst>
              <p:tags r:id="rId4"/>
            </p:custDataLst>
          </p:nvPr>
        </p:nvSpPr>
        <p:spPr>
          <a:xfrm>
            <a:off x="2865155" y="1473173"/>
            <a:ext cx="1544320" cy="406400"/>
          </a:xfrm>
        </p:spPr>
        <p:txBody>
          <a:bodyPr>
            <a:normAutofit fontScale="80000"/>
          </a:bodyPr>
          <a:p>
            <a:pPr algn="l">
              <a:lnSpc>
                <a:spcPct val="111000"/>
              </a:lnSpc>
            </a:pPr>
            <a:r>
              <a:rPr lang="zh-CN" altLang="en-US"/>
              <a:t>重复选课限制</a:t>
            </a:r>
            <a:endParaRPr lang="zh-CN" alt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idx="16389"/>
            <p:custDataLst>
              <p:tags r:id="rId5"/>
            </p:custDataLst>
          </p:nvPr>
        </p:nvSpPr>
        <p:spPr>
          <a:xfrm>
            <a:off x="2865155" y="1930373"/>
            <a:ext cx="1544320" cy="1828800"/>
          </a:xfrm>
        </p:spPr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学生不能重复选择同一门课程</a:t>
            </a:r>
            <a:endParaRPr lang="zh-CN" altLang="en-US"/>
          </a:p>
        </p:txBody>
      </p:sp>
      <p:sp>
        <p:nvSpPr>
          <p:cNvPr id="13" name="文本占位符 12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>
          <a:xfrm>
            <a:off x="609635" y="3641680"/>
            <a:ext cx="1544320" cy="4064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 sz="1900"/>
              <a:t>退课限制</a:t>
            </a:r>
            <a:endParaRPr lang="zh-CN" altLang="en-US" sz="190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1"/>
            <p:custDataLst>
              <p:tags r:id="rId7"/>
            </p:custDataLst>
          </p:nvPr>
        </p:nvSpPr>
        <p:spPr>
          <a:xfrm>
            <a:off x="609635" y="4098880"/>
            <a:ext cx="1544320" cy="1828800"/>
          </a:xfrm>
        </p:spPr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只能退选已选的课程，退课成功后课程容量同步减少</a:t>
            </a:r>
            <a:endParaRPr lang="zh-CN" altLang="en-US"/>
          </a:p>
        </p:txBody>
      </p:sp>
      <p:sp>
        <p:nvSpPr>
          <p:cNvPr id="17" name="文本占位符 16"/>
          <p:cNvSpPr>
            <a:spLocks noGrp="1"/>
          </p:cNvSpPr>
          <p:nvPr>
            <p:ph type="body" idx="16392"/>
            <p:custDataLst>
              <p:tags r:id="rId8"/>
            </p:custDataLst>
          </p:nvPr>
        </p:nvSpPr>
        <p:spPr>
          <a:xfrm>
            <a:off x="2865155" y="3641680"/>
            <a:ext cx="1544320" cy="4064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 sz="1900"/>
              <a:t>ID准确性</a:t>
            </a:r>
            <a:endParaRPr lang="zh-CN" altLang="en-US" sz="1900"/>
          </a:p>
        </p:txBody>
      </p:sp>
      <p:sp>
        <p:nvSpPr>
          <p:cNvPr id="18" name="文本占位符 17"/>
          <p:cNvSpPr>
            <a:spLocks noGrp="1"/>
          </p:cNvSpPr>
          <p:nvPr>
            <p:ph type="body" idx="16393"/>
            <p:custDataLst>
              <p:tags r:id="rId9"/>
            </p:custDataLst>
          </p:nvPr>
        </p:nvSpPr>
        <p:spPr>
          <a:xfrm>
            <a:off x="2865155" y="4098880"/>
            <a:ext cx="1544320" cy="1828800"/>
          </a:xfrm>
        </p:spPr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/>
              <a:t>学号和课程ID输入错误会导致选课/退课失败，需严格按照系统中已存在的ID输入</a:t>
            </a:r>
            <a:endParaRPr lang="zh-CN" altLang="en-US"/>
          </a:p>
        </p:txBody>
      </p:sp>
      <p:sp>
        <p:nvSpPr>
          <p:cNvPr id="21" name="文本占位符 20"/>
          <p:cNvSpPr>
            <a:spLocks noGrp="1"/>
          </p:cNvSpPr>
          <p:nvPr>
            <p:ph type="body" idx="16394"/>
            <p:custDataLst>
              <p:tags r:id="rId10"/>
            </p:custDataLst>
          </p:nvPr>
        </p:nvSpPr>
        <p:spPr>
          <a:xfrm>
            <a:off x="5120675" y="3641680"/>
            <a:ext cx="1544320" cy="4064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 sz="1900"/>
              <a:t>数据一致性</a:t>
            </a:r>
            <a:endParaRPr lang="zh-CN" altLang="en-US" sz="1900"/>
          </a:p>
        </p:txBody>
      </p:sp>
      <p:sp>
        <p:nvSpPr>
          <p:cNvPr id="22" name="文本占位符 21"/>
          <p:cNvSpPr>
            <a:spLocks noGrp="1"/>
          </p:cNvSpPr>
          <p:nvPr>
            <p:ph type="body" idx="16395"/>
            <p:custDataLst>
              <p:tags r:id="rId11"/>
            </p:custDataLst>
          </p:nvPr>
        </p:nvSpPr>
        <p:spPr>
          <a:xfrm>
            <a:off x="5120675" y="4098880"/>
            <a:ext cx="1544320" cy="1828800"/>
          </a:xfrm>
        </p:spPr>
        <p:txBody>
          <a:bodyPr>
            <a:normAutofit lnSpcReduction="20000"/>
          </a:bodyPr>
          <a:p>
            <a:pPr algn="l">
              <a:lnSpc>
                <a:spcPct val="125000"/>
              </a:lnSpc>
            </a:pPr>
            <a:r>
              <a:rPr lang="zh-CN" altLang="en-US"/>
              <a:t>选课/退课操作会同步更新学生和课程的状态，若操作过程中出现异常，系统会自动回滚，确保数据无偏差</a:t>
            </a:r>
            <a:endParaRPr lang="zh-CN" altLang="en-US"/>
          </a:p>
        </p:txBody>
      </p:sp>
    </p:spTree>
    <p:custDataLst>
      <p:tags r:id="rId12"/>
    </p:custData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ubtitle 10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/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3" name="标题 35"/>
          <p:cNvSpPr>
            <a:spLocks noGrp="1"/>
          </p:cNvSpPr>
          <p:nvPr>
            <p:ph type="ctrTitle" idx="16388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/>
              <a:t>谢谢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4cecdcfe2460cea3911bb4c79a0aa279c3c84a0"/>
  <p:tag name="KSO_WM_NEWLAYOUT_GROUP_ID" val="layout_48"/>
  <p:tag name="KSO_WM_NEWLAYOUT_ID" val="slide_abb2fc7b9024b23a"/>
</p:tagLst>
</file>

<file path=ppt/tags/tag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5_1"/>
  <p:tag name="KSO_WM_UNIT_TYPE" val="l_h_i"/>
</p:tagLst>
</file>

<file path=ppt/tags/tag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d"/>
</p:tagLst>
</file>

<file path=ppt/tags/tag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</p:tagLst>
</file>

<file path=ppt/tags/tag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</p:tagLst>
</file>

<file path=ppt/tags/tag2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402df529db0e4c0ce56de5b783f2d67c4ffaa4e"/>
  <p:tag name="KSO_WM_NEWLAYOUT_GROUP_ID" val="layout_10004"/>
  <p:tag name="KSO_WM_NEWLAYOUT_ID" val="slide_aec818c1bcb6d7c7"/>
</p:tagLst>
</file>

<file path=ppt/tags/tag2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d1c7f78838a2d148c07e2b700c4aa11615eee5b9"/>
  <p:tag name="KSO_WM_NEWLAYOUT_GROUP_ID" val="layout_10003"/>
  <p:tag name="KSO_WM_NEWLAYOUT_ID" val="slide_9f5748403830d2c3"/>
</p:tagLst>
</file>

<file path=ppt/tags/tag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3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3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3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2e8c32b2dd91c2ba8a913f5b9bf6831b89423469"/>
  <p:tag name="KSO_WM_NEWLAYOUT_GROUP_ID" val="layout_10012"/>
  <p:tag name="KSO_WM_NEWLAYOUT_ID" val="slide_e570027fc99f031c"/>
</p:tagLst>
</file>

<file path=ppt/tags/tag3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4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4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3425a57c729e6d8af93e4cfb7a24da6fccb02aa"/>
  <p:tag name="KSO_WM_NEWLAYOUT_GROUP_ID" val="layout_61"/>
  <p:tag name="KSO_WM_NEWLAYOUT_ID" val="slide_1fabe581cef1fe3f"/>
</p:tagLst>
</file>

<file path=ppt/tags/tag4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46.xml><?xml version="1.0" encoding="utf-8"?>
<p:tagLst xmlns:p="http://schemas.openxmlformats.org/presentationml/2006/main">
  <p:tag name="KSO_WM_FIGMA_DECORATION_INDEX" val="17_contentModel"/>
  <p:tag name="$PH_EXT" val="2"/>
  <p:tag name="KSO_WM_BEAUTIFY_FLAG" val="#fgm#"/>
  <p:tag name="KSO_WM_FIGMA_FLAG" val="#fgm#"/>
  <p:tag name="KSO_WM_SYNC_SLIDE_TEXT" val="1"/>
  <p:tag name="KSO_WM_UNIT_INDEX" val="1_1"/>
  <p:tag name="KSO_WM_UNIT_TYPE" val="l_i"/>
</p:tagLst>
</file>

<file path=ppt/tags/tag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4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5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5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5ba4b7d250d1083c4b13e3938f1dce509729991"/>
  <p:tag name="KSO_WM_NEWLAYOUT_GROUP_ID" val="layout_63"/>
  <p:tag name="KSO_WM_NEWLAYOUT_ID" val="slide_67390f5f63e2e432"/>
</p:tagLst>
</file>

<file path=ppt/tags/tag5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5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5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5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225b871e5df571aa0a8a9c3c117a0541a0628a8"/>
  <p:tag name="KSO_WM_NEWLAYOUT_GROUP_ID" val="layout_60"/>
  <p:tag name="KSO_WM_NEWLAYOUT_ID" val="slide_35d83bc1f2dde6a1"/>
</p:tagLst>
</file>

<file path=ppt/tags/tag5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59.xml><?xml version="1.0" encoding="utf-8"?>
<p:tagLst xmlns:p="http://schemas.openxmlformats.org/presentationml/2006/main">
  <p:tag name="KSO_WM_FIGMA_DECORATION_INDEX" val="18_contentModel"/>
  <p:tag name="$PH_EXT" val="2"/>
  <p:tag name="KSO_WM_BEAUTIFY_FLAG" val="#fgm#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"/>
  <p:tag name="KSO_WM_UNIT_TYPE" val="l_i"/>
</p:tagLst>
</file>

<file path=ppt/tags/tag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6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6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4a55e721aa8982e6f0a3ccad453351873d1a9bd"/>
  <p:tag name="KSO_WM_NEWLAYOUT_GROUP_ID" val="layout_27"/>
  <p:tag name="KSO_WM_NEWLAYOUT_ID" val="slide_68c7e1d569ee91b3"/>
</p:tagLst>
</file>

<file path=ppt/tags/tag6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</p:tagLst>
</file>

<file path=ppt/tags/tag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69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</p:tagLst>
</file>

<file path=ppt/tags/tag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73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</p:tagLst>
</file>

<file path=ppt/tags/tag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77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2"/>
  <p:tag name="KSO_WM_UNIT_SUBTYPE" val="d"/>
  <p:tag name="KSO_WM_UNIT_TYPE" val="l_h_i"/>
</p:tagLst>
</file>

<file path=ppt/tags/tag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8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8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8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b110d622db6ba000f42616822567065d7307015"/>
  <p:tag name="KSO_WM_NEWLAYOUT_GROUP_ID" val="layout_10007"/>
  <p:tag name="KSO_WM_NEWLAYOUT_ID" val="slide_a93629e32f0363b8"/>
</p:tagLst>
</file>

<file path=ppt/tags/tag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9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9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9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8c63962d27d5670a9a7ae9056edf7318a345283"/>
  <p:tag name="KSO_WM_NEWLAYOUT_GROUP_ID" val="layout_51"/>
  <p:tag name="KSO_WM_NEWLAYOUT_ID" val="slide_3461ed1a5b67fef1"/>
</p:tagLst>
</file>

<file path=ppt/tags/tag9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9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9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9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d78bee81e9ae4e8e4980dba612075ef5d746083"/>
  <p:tag name="KSO_WM_NEWLAYOUT_GROUP_ID" val="layout_10013"/>
  <p:tag name="KSO_WM_NEWLAYOUT_ID" val="slide_c60fea93c381646b"/>
</p:tagLst>
</file>

<file path=ppt/tags/tag10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0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10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10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a7ff51c79b9ee1e088d14abf4a4415b0f377863"/>
  <p:tag name="KSO_WM_NEWLAYOUT_GROUP_ID" val="layout_42"/>
  <p:tag name="KSO_WM_NEWLAYOUT_ID" val="slide_c7d50bbb58d6a923"/>
</p:tagLst>
</file>

<file path=ppt/tags/tag10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0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1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11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11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c7ac6cf5108aa21bb64e04cbaf00d794680660d"/>
  <p:tag name="KSO_WM_NEWLAYOUT_GROUP_ID" val="layout_34"/>
  <p:tag name="KSO_WM_NEWLAYOUT_ID" val="slide_a163c49787ad2fc4"/>
</p:tagLst>
</file>

<file path=ppt/tags/tag1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2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12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12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9c389517e95e86fddf76a1a0908e6fc9cb92ec0"/>
  <p:tag name="KSO_WM_NEWLAYOUT_GROUP_ID" val="layout_62"/>
  <p:tag name="KSO_WM_NEWLAYOUT_ID" val="slide_64e7d578e11f5cc0"/>
</p:tagLst>
</file>

<file path=ppt/tags/tag12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2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2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12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1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f7b57c86143e09b1a392e879d7b33b5097e3ef9"/>
  <p:tag name="KSO_WM_NEWLAYOUT_GROUP_ID" val="layout_32"/>
  <p:tag name="KSO_WM_NEWLAYOUT_ID" val="slide_b843e5e33d243291"/>
</p:tagLst>
</file>

<file path=ppt/tags/tag13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32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33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1_1"/>
  <p:tag name="KSO_WM_UNIT_TYPE" val="l_h_x"/>
</p:tagLst>
</file>

<file path=ppt/tags/tag1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36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37.xml><?xml version="1.0" encoding="utf-8"?>
<p:tagLst xmlns:p="http://schemas.openxmlformats.org/presentationml/2006/main">
  <p:tag name="KSO_WM_FIGMA_DECORATION_INDEX" val="1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38.xml><?xml version="1.0" encoding="utf-8"?>
<p:tagLst xmlns:p="http://schemas.openxmlformats.org/presentationml/2006/main">
  <p:tag name="KSO_WM_FIGMA_DECORATION_INDEX" val="2"/>
  <p:tag name="$PH_EXT" val="1"/>
  <p:tag name="KSO_WM_BEAUTIFY_FLAG" val="#fgm#"/>
  <p:tag name="KSO_WM_DIAGRAM_GROUP_CODE" val="1"/>
  <p:tag name="KSO_WM_FIGMA_FLAG" val="#fgm#"/>
  <p:tag name="KSO_WM_UNIT_INDEX" val="1_2_1"/>
  <p:tag name="KSO_WM_UNIT_TYPE" val="l_h_x"/>
</p:tagLst>
</file>

<file path=ppt/tags/tag1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4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142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14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8cf9f5151bb24c0970d6ec43472ba2ffc77614d"/>
  <p:tag name="KSO_WM_NEWLAYOUT_GROUP_ID" val="layout_26"/>
  <p:tag name="KSO_WM_NEWLAYOUT_ID" val="slide_b529fd4d3bc968ad"/>
</p:tagLst>
</file>

<file path=ppt/tags/tag14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48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52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5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5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</p:tagLst>
</file>

<file path=ppt/tags/tag1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1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6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16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16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3bf04d41c3967f0197c80499e4d02f3a0ed8c85"/>
  <p:tag name="KSO_WM_NEWLAYOUT_GROUP_ID" val="layout_57"/>
  <p:tag name="KSO_WM_NEWLAYOUT_ID" val="slide_0c23db50e3bd7c12"/>
</p:tagLst>
</file>

<file path=ppt/tags/tag163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67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71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1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75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1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d"/>
</p:tagLst>
</file>

<file path=ppt/tags/tag1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179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18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18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0fa59bda0e367ec4deb4eac46cc59a6f1c1d68e2"/>
  <p:tag name="KSO_WM_NEWLAYOUT_GROUP_ID" val="layout_6"/>
  <p:tag name="KSO_WM_NEWLAYOUT_ID" val="slide_e6ffcce3354d1ba7"/>
</p:tagLst>
</file>

<file path=ppt/tags/tag18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8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18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18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99f21b5d29b6294d5da4ed79d8eb1a9fb358c2e"/>
  <p:tag name="KSO_WM_NEWLAYOUT_GROUP_ID" val="layout_2"/>
  <p:tag name="KSO_WM_NEWLAYOUT_ID" val="slide_f929b4a25ec12823"/>
</p:tagLst>
</file>

<file path=ppt/tags/tag18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3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9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19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19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c51f66f6a0c70e891e9db777658527c4b17cb2d"/>
  <p:tag name="KSO_WM_NEWLAYOUT_GROUP_ID" val="layout_59"/>
  <p:tag name="KSO_WM_NEWLAYOUT_ID" val="slide_c59fbf18d7813b6a"/>
</p:tagLst>
</file>

<file path=ppt/tags/tag20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0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0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0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0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4f881ce1f3b1c234fdb75b66f37b0a53679096d"/>
  <p:tag name="KSO_WM_NEWLAYOUT_GROUP_ID" val="layout_10009"/>
  <p:tag name="KSO_WM_NEWLAYOUT_ID" val="slide_e2ddc6610455839a"/>
</p:tagLst>
</file>

<file path=ppt/tags/tag2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1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1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81642356c2f01d57787eaece4b4f505f822a2c1"/>
  <p:tag name="KSO_WM_NEWLAYOUT_GROUP_ID" val="layout_30"/>
  <p:tag name="KSO_WM_NEWLAYOUT_ID" val="slide_d842124640d9c575"/>
</p:tagLst>
</file>

<file path=ppt/tags/tag21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1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1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18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1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2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e6e1c320adbe63489b28271d865ffa15645b2d03"/>
  <p:tag name="KSO_WM_NEWLAYOUT_GROUP_ID" val="layout_1-5"/>
  <p:tag name="KSO_WM_NEWLAYOUT_ID" val="slide_063b19861dc0a508"/>
</p:tagLst>
</file>

<file path=ppt/tags/tag2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2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2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2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2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2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2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30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31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3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66cf9bfeac5e5b7006a6ed97b1e38fec451ff38f"/>
  <p:tag name="KSO_WM_NEWLAYOUT_GROUP_ID" val="layout_1-5"/>
  <p:tag name="KSO_WM_NEWLAYOUT_ID" val="slide_61223ae7a7f7aefc"/>
</p:tagLst>
</file>

<file path=ppt/tags/tag23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23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2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23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2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24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2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24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2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46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47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48.xml><?xml version="1.0" encoding="utf-8"?>
<p:tagLst xmlns:p="http://schemas.openxmlformats.org/presentationml/2006/main">
  <p:tag name="KSO_WM_UNIT_TYPE" val="f"/>
  <p:tag name="KSO_WM_UNIT_INDEX" val="1"/>
  <p:tag name="KSO_WM_UNIT_ID" val="_1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49.xml><?xml version="1.0" encoding="utf-8"?>
<p:tagLst xmlns:p="http://schemas.openxmlformats.org/presentationml/2006/main">
  <p:tag name="KSO_WM_UNIT_TYPE" val="a"/>
  <p:tag name="KSO_WM_UNIT_INDEX" val="1"/>
  <p:tag name="KSO_WM_UNIT_ID" val="_1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5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SCONTENTSTITLE" val="1"/>
  <p:tag name="LayoutZOrder" val="2"/>
  <p:tag name="KSO_WM_UNIT_ID" val="_2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51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KSO_WM_UNIT_ISCONTENTSTITLE" val="1"/>
  <p:tag name="LayoutZOrder" val="3"/>
  <p:tag name="KSO_WM_UNIT_ID" val="_2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52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KSO_WM_UNIT_ISCONTENTSTITLE" val="1"/>
  <p:tag name="LayoutZOrder" val="4"/>
  <p:tag name="KSO_WM_UNIT_ID" val="_2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53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KSO_WM_UNIT_ISCONTENTSTITLE" val="1"/>
  <p:tag name="LayoutZOrder" val="5"/>
  <p:tag name="KSO_WM_UNIT_ID" val="_2*i*7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5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KSO_WM_UNIT_ISCONTENTSTITLE" val="1"/>
  <p:tag name="LayoutZOrder" val="6"/>
  <p:tag name="KSO_WM_UNIT_ID" val="_2*i*6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55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KSO_WM_UNIT_ISCONTENTSTITLE" val="1"/>
  <p:tag name="LayoutZOrder" val="7"/>
  <p:tag name="KSO_WM_UNIT_ID" val="_2*i*5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56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KSO_WM_UNIT_ISCONTENTSTITLE" val="1"/>
  <p:tag name="LayoutZOrder" val="9"/>
  <p:tag name="KSO_WM_UNIT_ID" val="_2*i*4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  <p:tag name="KSO_WM_TEMPLATE_CATEGORY" val="custom"/>
  <p:tag name="KSO_WM_TEMPLATE_USER_THEME" val="1"/>
  <p:tag name="KSO_WM_TEMPLATE_INDEX" val="40485812"/>
</p:tagLst>
</file>

<file path=ppt/tags/tag2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5812"/>
</p:tagLst>
</file>

<file path=ppt/tags/tag2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5812"/>
</p:tagLst>
</file>

<file path=ppt/tags/tag2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TEMPLATE_CATEGORY" val="custom"/>
  <p:tag name="KSO_WM_TEMPLATE_USER_THEME" val="1"/>
  <p:tag name="KSO_WM_UNIT_ISNUMDGMTITLE" val="0"/>
  <p:tag name="KSO_WM_UNIT_NOCLEAR" val="0"/>
  <p:tag name="KSO_WM_TEMPLATE_INDEX" val="40485812"/>
</p:tagLst>
</file>

<file path=ppt/tags/tag261.xml><?xml version="1.0" encoding="utf-8"?>
<p:tagLst xmlns:p="http://schemas.openxmlformats.org/presentationml/2006/main">
  <p:tag name="KSO_WM_UNIT_TYPE" val="f"/>
  <p:tag name="KSO_WM_UNIT_INDEX" val="1"/>
  <p:tag name="KSO_WM_UNIT_ID" val="_3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62.xml><?xml version="1.0" encoding="utf-8"?>
<p:tagLst xmlns:p="http://schemas.openxmlformats.org/presentationml/2006/main">
  <p:tag name="KSO_WM_UNIT_TYPE" val="f"/>
  <p:tag name="KSO_WM_UNIT_INDEX" val="2"/>
  <p:tag name="KSO_WM_UNIT_ID" val="_3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63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64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65.xml><?xml version="1.0" encoding="utf-8"?>
<p:tagLst xmlns:p="http://schemas.openxmlformats.org/presentationml/2006/main">
  <p:tag name="KSO_WM_UNIT_ID" val="_3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66.xml><?xml version="1.0" encoding="utf-8"?>
<p:tagLst xmlns:p="http://schemas.openxmlformats.org/presentationml/2006/main">
  <p:tag name="KSO_WM_UNIT_TYPE" val="a"/>
  <p:tag name="KSO_WM_UNIT_INDEX" val="1"/>
  <p:tag name="KSO_WM_UNIT_ID" val="_3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67.xml><?xml version="1.0" encoding="utf-8"?>
<p:tagLst xmlns:p="http://schemas.openxmlformats.org/presentationml/2006/main">
  <p:tag name="KSO_WM_UNIT_TYPE" val="f"/>
  <p:tag name="KSO_WM_UNIT_INDEX" val="1"/>
  <p:tag name="KSO_WM_UNIT_ID" val="_4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68.xml><?xml version="1.0" encoding="utf-8"?>
<p:tagLst xmlns:p="http://schemas.openxmlformats.org/presentationml/2006/main">
  <p:tag name="KSO_WM_UNIT_TYPE" val="f"/>
  <p:tag name="KSO_WM_UNIT_INDEX" val="2"/>
  <p:tag name="KSO_WM_UNIT_ID" val="_4*f*2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69.xml><?xml version="1.0" encoding="utf-8"?>
<p:tagLst xmlns:p="http://schemas.openxmlformats.org/presentationml/2006/main">
  <p:tag name="KSO_WM_UNIT_TYPE" val="f"/>
  <p:tag name="KSO_WM_UNIT_INDEX" val="3"/>
  <p:tag name="KSO_WM_UNIT_ID" val="_4*f*3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70.xml><?xml version="1.0" encoding="utf-8"?>
<p:tagLst xmlns:p="http://schemas.openxmlformats.org/presentationml/2006/main">
  <p:tag name="KSO_WM_UNIT_TYPE" val="f"/>
  <p:tag name="KSO_WM_UNIT_INDEX" val="4"/>
  <p:tag name="KSO_WM_UNIT_ID" val="_4*f*4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71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72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73.xml><?xml version="1.0" encoding="utf-8"?>
<p:tagLst xmlns:p="http://schemas.openxmlformats.org/presentationml/2006/main">
  <p:tag name="KSO_WM_UNIT_ID" val="_4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74.xml><?xml version="1.0" encoding="utf-8"?>
<p:tagLst xmlns:p="http://schemas.openxmlformats.org/presentationml/2006/main">
  <p:tag name="KSO_WM_UNIT_TYPE" val="a"/>
  <p:tag name="KSO_WM_UNIT_INDEX" val="1"/>
  <p:tag name="KSO_WM_UNIT_ID" val="_4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75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76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77.xml><?xml version="1.0" encoding="utf-8"?>
<p:tagLst xmlns:p="http://schemas.openxmlformats.org/presentationml/2006/main">
  <p:tag name="KSO_WM_UNIT_ID" val="_5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78.xml><?xml version="1.0" encoding="utf-8"?>
<p:tagLst xmlns:p="http://schemas.openxmlformats.org/presentationml/2006/main">
  <p:tag name="KSO_WM_UNIT_TYPE" val="a"/>
  <p:tag name="KSO_WM_UNIT_INDEX" val="1"/>
  <p:tag name="KSO_WM_UNIT_ID" val="_5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79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80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81.xml><?xml version="1.0" encoding="utf-8"?>
<p:tagLst xmlns:p="http://schemas.openxmlformats.org/presentationml/2006/main">
  <p:tag name="KSO_WM_UNIT_ID" val="_6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82.xml><?xml version="1.0" encoding="utf-8"?>
<p:tagLst xmlns:p="http://schemas.openxmlformats.org/presentationml/2006/main">
  <p:tag name="KSO_WM_UNIT_TYPE" val="f"/>
  <p:tag name="KSO_WM_UNIT_INDEX" val="1"/>
  <p:tag name="KSO_WM_UNIT_ID" val="_7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83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84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85.xml><?xml version="1.0" encoding="utf-8"?>
<p:tagLst xmlns:p="http://schemas.openxmlformats.org/presentationml/2006/main">
  <p:tag name="KSO_WM_UNIT_ID" val="_7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86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87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88.xml><?xml version="1.0" encoding="utf-8"?>
<p:tagLst xmlns:p="http://schemas.openxmlformats.org/presentationml/2006/main">
  <p:tag name="KSO_WM_UNIT_ID" val="_8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89.xml><?xml version="1.0" encoding="utf-8"?>
<p:tagLst xmlns:p="http://schemas.openxmlformats.org/presentationml/2006/main">
  <p:tag name="KSO_WM_UNIT_TYPE" val="f"/>
  <p:tag name="KSO_WM_UNIT_INDEX" val="1"/>
  <p:tag name="KSO_WM_UNIT_ID" val="_8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90.xml><?xml version="1.0" encoding="utf-8"?>
<p:tagLst xmlns:p="http://schemas.openxmlformats.org/presentationml/2006/main">
  <p:tag name="KSO_WM_UNIT_TYPE" val="a"/>
  <p:tag name="KSO_WM_UNIT_INDEX" val="1"/>
  <p:tag name="KSO_WM_UNIT_ID" val="_8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91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2"/>
  <p:tag name="KSO_WM_UNIT_ID" val="_9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92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LayoutZOrder" val="3"/>
  <p:tag name="KSO_WM_UNIT_ID" val="_9*i*7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93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4"/>
  <p:tag name="KSO_WM_UNIT_ID" val="_9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94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LayoutZOrder" val="5"/>
  <p:tag name="KSO_WM_UNIT_ID" val="_9*i*6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95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LayoutZOrder" val="6"/>
  <p:tag name="KSO_WM_UNIT_ID" val="_9*i*8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96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11"/>
  <p:tag name="KSO_WM_UNIT_ID" val="_9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97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LayoutZOrder" val="12"/>
  <p:tag name="KSO_WM_UNIT_ID" val="_9*i*5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98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13"/>
  <p:tag name="KSO_WM_UNIT_ID" val="_9*i*4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299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LayoutZOrder" val="14"/>
  <p:tag name="KSO_WM_UNIT_ID" val="_9*i*9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300.xml><?xml version="1.0" encoding="utf-8"?>
<p:tagLst xmlns:p="http://schemas.openxmlformats.org/presentationml/2006/main">
  <p:tag name="LayoutZOrder" val="15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301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5812"/>
  <p:tag name="KSO_WM_TEMPLATE_CATEGORY" val="custom"/>
</p:tagLst>
</file>

<file path=ppt/tags/tag302.xml><?xml version="1.0" encoding="utf-8"?>
<p:tagLst xmlns:p="http://schemas.openxmlformats.org/presentationml/2006/main">
  <p:tag name="KSO_WM_UNIT_ID" val="_9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5812"/>
  <p:tag name="KSO_WM_TEMPLATE_CATEGORY" val="custom"/>
</p:tagLst>
</file>

<file path=ppt/tags/tag303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5812"/>
  <p:tag name="KSO_WM_TEMPLATE_CATEGORY" val="custom"/>
</p:tagLst>
</file>

<file path=ppt/tags/tag304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c00f6a6cbe7dfe89652358756325dfd6265188be"/>
  <p:tag name="KSO_WM_NEWLAYOUT_ID" val="5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5812"/>
  <p:tag name="KSO_WM_TEMPLATE_CATEGORY" val="custom"/>
</p:tagLst>
</file>

<file path=ppt/tags/tag305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812"/>
  <p:tag name="KSO_WM_TEMPLATE_CATEGORY" val="custom"/>
</p:tagLst>
</file>

<file path=ppt/tags/tag306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5812"/>
  <p:tag name="KSO_WM_TEMPLATE_CATEGORY" val="custom"/>
</p:tagLst>
</file>

<file path=ppt/tags/tag307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5812"/>
  <p:tag name="KSO_WM_TEMPLATE_CATEGORY" val="custom"/>
</p:tagLst>
</file>

<file path=ppt/tags/tag308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5812"/>
  <p:tag name="KSO_WM_TEMPLATE_CATEGORY" val="custom"/>
</p:tagLst>
</file>

<file path=ppt/tags/tag309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5812"/>
  <p:tag name="KSO_WM_TEMPLATE_CATEGORY" val="custom"/>
</p:tagLst>
</file>

<file path=ppt/tags/tag310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5812"/>
  <p:tag name="KSO_WM_TEMPLATE_CATEGORY" val="custom"/>
</p:tagLst>
</file>

<file path=ppt/tags/tag311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5812"/>
  <p:tag name="KSO_WM_TEMPLATE_CATEGORY" val="custom"/>
</p:tagLst>
</file>

<file path=ppt/tags/tag312.xml><?xml version="1.0" encoding="utf-8"?>
<p:tagLst xmlns:p="http://schemas.openxmlformats.org/presentationml/2006/main">
  <p:tag name="KSO_WM_UNIT_ID" val="_10**"/>
  <p:tag name="KSO_WM_BEAUTIFY_FLAG" val="#wm#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5812"/>
  <p:tag name="KSO_WM_TEMPLATE_CATEGORY" val="custom"/>
</p:tagLst>
</file>

<file path=ppt/tags/tag3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5812"/>
  <p:tag name="KSO_WM_TEMPLATE_CATEGORY" val="custom"/>
</p:tagLst>
</file>

<file path=ppt/tags/tag3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5812"/>
  <p:tag name="KSO_WM_TEMPLATE_CATEGORY" val="custom"/>
</p:tagLst>
</file>

<file path=ppt/tags/tag3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5812"/>
  <p:tag name="KSO_WM_TEMPLATE_CATEGORY" val="custom"/>
</p:tagLst>
</file>

<file path=ppt/tags/tag316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3aa9e76ff2e8893e159ca3c42851a20d564caf2c"/>
  <p:tag name="KSO_WM_NEWLAYOUT_ID" val="11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812"/>
  <p:tag name="KSO_WM_TEMPLATE_CATEGORY" val="custom"/>
</p:tagLst>
</file>

<file path=ppt/tags/tag317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812"/>
  <p:tag name="KSO_WM_TEMPLATE_CATEGORY" val="custom"/>
</p:tagLst>
</file>

<file path=ppt/tags/tag318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LayoutZOrder" val="2"/>
  <p:tag name="KSO_WM_UNIT_ID" val="_11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319.xml><?xml version="1.0" encoding="utf-8"?>
<p:tagLst xmlns:p="http://schemas.openxmlformats.org/presentationml/2006/main">
  <p:tag name="KSO_WM_UNIT_TYPE" val="i"/>
  <p:tag name="KSO_WM_UNIT_INDEX" val="7"/>
  <p:tag name="KSO_WM_BEAUTIFY_FLAG" val="#wm#"/>
  <p:tag name="KSO_WM_TAG_VERSION" val="3.0"/>
  <p:tag name="LayoutZOrder" val="3"/>
  <p:tag name="KSO_WM_UNIT_ID" val="_11*i*7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320.xml><?xml version="1.0" encoding="utf-8"?>
<p:tagLst xmlns:p="http://schemas.openxmlformats.org/presentationml/2006/main">
  <p:tag name="KSO_WM_UNIT_TYPE" val="i"/>
  <p:tag name="KSO_WM_UNIT_INDEX" val="2"/>
  <p:tag name="KSO_WM_BEAUTIFY_FLAG" val="#wm#"/>
  <p:tag name="KSO_WM_TAG_VERSION" val="3.0"/>
  <p:tag name="LayoutZOrder" val="4"/>
  <p:tag name="KSO_WM_UNIT_ID" val="_11*i*2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321.xml><?xml version="1.0" encoding="utf-8"?>
<p:tagLst xmlns:p="http://schemas.openxmlformats.org/presentationml/2006/main">
  <p:tag name="KSO_WM_UNIT_TYPE" val="i"/>
  <p:tag name="KSO_WM_UNIT_INDEX" val="6"/>
  <p:tag name="KSO_WM_BEAUTIFY_FLAG" val="#wm#"/>
  <p:tag name="KSO_WM_TAG_VERSION" val="3.0"/>
  <p:tag name="LayoutZOrder" val="5"/>
  <p:tag name="KSO_WM_UNIT_ID" val="_11*i*6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322.xml><?xml version="1.0" encoding="utf-8"?>
<p:tagLst xmlns:p="http://schemas.openxmlformats.org/presentationml/2006/main">
  <p:tag name="KSO_WM_UNIT_TYPE" val="i"/>
  <p:tag name="KSO_WM_UNIT_INDEX" val="8"/>
  <p:tag name="KSO_WM_BEAUTIFY_FLAG" val="#wm#"/>
  <p:tag name="KSO_WM_TAG_VERSION" val="3.0"/>
  <p:tag name="LayoutZOrder" val="6"/>
  <p:tag name="KSO_WM_UNIT_ID" val="_11*i*8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323.xml><?xml version="1.0" encoding="utf-8"?>
<p:tagLst xmlns:p="http://schemas.openxmlformats.org/presentationml/2006/main">
  <p:tag name="KSO_WM_UNIT_TYPE" val="i"/>
  <p:tag name="KSO_WM_UNIT_INDEX" val="3"/>
  <p:tag name="KSO_WM_BEAUTIFY_FLAG" val="#wm#"/>
  <p:tag name="KSO_WM_TAG_VERSION" val="3.0"/>
  <p:tag name="LayoutZOrder" val="11"/>
  <p:tag name="KSO_WM_UNIT_ID" val="_11*i*3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324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LayoutZOrder" val="12"/>
  <p:tag name="KSO_WM_UNIT_ID" val="_11*i*5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325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13"/>
  <p:tag name="KSO_WM_UNIT_ID" val="_11*i*4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326.xml><?xml version="1.0" encoding="utf-8"?>
<p:tagLst xmlns:p="http://schemas.openxmlformats.org/presentationml/2006/main">
  <p:tag name="KSO_WM_UNIT_TYPE" val="i"/>
  <p:tag name="KSO_WM_UNIT_INDEX" val="9"/>
  <p:tag name="KSO_WM_BEAUTIFY_FLAG" val="#wm#"/>
  <p:tag name="KSO_WM_TAG_VERSION" val="3.0"/>
  <p:tag name="LayoutZOrder" val="14"/>
  <p:tag name="KSO_WM_UNIT_ID" val="_11*i*9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327.xml><?xml version="1.0" encoding="utf-8"?>
<p:tagLst xmlns:p="http://schemas.openxmlformats.org/presentationml/2006/main">
  <p:tag name="LayoutZOrder" val="15"/>
  <p:tag name="KSO_WM_UNIT_TYPE" val="i"/>
  <p:tag name="KSO_WM_UNIT_ID" val="_11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3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  <p:tag name="KSO_WM_UNIT_ISNUMDGMTITLE" val="0"/>
  <p:tag name="KSO_WM_TEMPLATE_INDEX" val="40485812"/>
  <p:tag name="KSO_WM_TEMPLATE_CATEGORY" val="custom"/>
</p:tagLst>
</file>

<file path=ppt/tags/tag3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5812"/>
  <p:tag name="KSO_WM_TEMPLATE_CATEGORY" val="custom"/>
</p:tagLst>
</file>

<file path=ppt/tags/tag3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85812"/>
  <p:tag name="KSO_WM_TEMPLATE_CATEGORY" val="custom"/>
</p:tagLst>
</file>

<file path=ppt/tags/tag331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5812"/>
  <p:tag name="KSO_WM_TEMPLATE_CATEGORY" val="custom"/>
</p:tagLst>
</file>

<file path=ppt/tags/tag332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301a4feec12e46015910664bc4592b65e1510523"/>
  <p:tag name="KSO_WM_NEWLAYOUT_ID" val="17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5812"/>
  <p:tag name="KSO_WM_TEMPLATE_CATEGORY" val="custom"/>
</p:tagLst>
</file>

<file path=ppt/tags/tag333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334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335.xml><?xml version="1.0" encoding="utf-8"?>
<p:tagLst xmlns:p="http://schemas.openxmlformats.org/presentationml/2006/main">
  <p:tag name="KSO_WM_UNIT_ID" val="_1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33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33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a7e3e7b9933ab2a43d69ef9aa14dadf05bace0d1"/>
  <p:tag name="KSO_WM_NEWLAYOUT_ID" val="1"/>
</p:tagLst>
</file>

<file path=ppt/tags/tag3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33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3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3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34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3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3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34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3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34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34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34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350.xml><?xml version="1.0" encoding="utf-8"?>
<p:tagLst xmlns:p="http://schemas.openxmlformats.org/presentationml/2006/main">
  <p:tag name="KSO_WM_UNIT_TYPE" val="i"/>
  <p:tag name="KSO_WM_UNIT_INDEX" val="1"/>
  <p:tag name="KSO_WM_BEAUTIFY_FLAG" val="#wm#"/>
  <p:tag name="KSO_WM_TAG_VERSION" val="3.0"/>
  <p:tag name="KSO_WM_UNIT_ID" val="_0*i*1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351.xml><?xml version="1.0" encoding="utf-8"?>
<p:tagLst xmlns:p="http://schemas.openxmlformats.org/presentationml/2006/main">
  <p:tag name="KSO_WM_UNIT_TYPE" val="i"/>
  <p:tag name="KSO_WM_UNIT_INDEX" val="5"/>
  <p:tag name="KSO_WM_BEAUTIFY_FLAG" val="#wm#"/>
  <p:tag name="KSO_WM_TAG_VERSION" val="3.0"/>
  <p:tag name="LayoutZOrder" val="12"/>
  <p:tag name="KSO_WM_UNIT_ID" val="_11*i*5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352.xml><?xml version="1.0" encoding="utf-8"?>
<p:tagLst xmlns:p="http://schemas.openxmlformats.org/presentationml/2006/main">
  <p:tag name="KSO_WM_UNIT_TYPE" val="i"/>
  <p:tag name="KSO_WM_UNIT_INDEX" val="4"/>
  <p:tag name="KSO_WM_BEAUTIFY_FLAG" val="#wm#"/>
  <p:tag name="KSO_WM_TAG_VERSION" val="3.0"/>
  <p:tag name="LayoutZOrder" val="13"/>
  <p:tag name="KSO_WM_UNIT_ID" val="_11*i*4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353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354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355.xml><?xml version="1.0" encoding="utf-8"?>
<p:tagLst xmlns:p="http://schemas.openxmlformats.org/presentationml/2006/main">
  <p:tag name="KSO_WM_UNIT_ID" val="_0*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356.xml><?xml version="1.0" encoding="utf-8"?>
<p:tagLst xmlns:p="http://schemas.openxmlformats.org/presentationml/2006/main">
  <p:tag name="KSO_WM_UNIT_TYPE" val="f"/>
  <p:tag name="KSO_WM_UNIT_INDEX" val="1"/>
  <p:tag name="KSO_WM_UNIT_ID" val="_0*f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357.xml><?xml version="1.0" encoding="utf-8"?>
<p:tagLst xmlns:p="http://schemas.openxmlformats.org/presentationml/2006/main">
  <p:tag name="KSO_WM_UNIT_TYPE" val="a"/>
  <p:tag name="KSO_WM_UNIT_INDEX" val="1"/>
  <p:tag name="KSO_WM_UNIT_ID" val="_0*a*1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358.xml><?xml version="1.0" encoding="utf-8"?>
<p:tagLst xmlns:p="http://schemas.openxmlformats.org/presentationml/2006/main">
  <p:tag name="LayoutZOrder" val="15"/>
  <p:tag name="KSO_WM_UNIT_TYPE" val="i"/>
  <p:tag name="KSO_WM_UNIT_ID" val="_9*i*"/>
  <p:tag name="KSO_WM_BEAUTIFY_FLAG" val="#wm#"/>
  <p:tag name="KSO_WM_TAG_VERSION" val="3.0"/>
  <p:tag name="KSO_WM_UNIT_LAYERLEVEL" val="1"/>
  <p:tag name="KSO_WM_TEMPLATE_CATEGORY" val="custom"/>
  <p:tag name="KSO_WM_TEMPLATE_USER_THEME" val="1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TEMPLATE_INDEX" val="40485812"/>
</p:tagLst>
</file>

<file path=ppt/tags/tag359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7d1b418b74e2b859"/>
  <p:tag name="KSO_WM_TEMPLATE_THUMBS_INDEX" val="1、9"/>
  <p:tag name="KSO_WM_TEMPLATE_INDEX" val="40485812"/>
  <p:tag name="KSO_WM_TEMPLATE_CATEGORY" val="custom"/>
  <p:tag name="KSO_WM_TEMPLATE_MASTER_TYPE" val="0"/>
  <p:tag name="KSO_WM_TAG_VERSION" val="3.0"/>
</p:tagLst>
</file>

<file path=ppt/tags/tag360.xml><?xml version="1.0" encoding="utf-8"?>
<p:tagLst xmlns:p="http://schemas.openxmlformats.org/presentationml/2006/main">
  <p:tag name="KSO_WM_AITEMPLATE_STYLE_ID" val="69796638351"/>
</p:tagLst>
</file>

<file path=ppt/tags/tag361.xml><?xml version="1.0" encoding="utf-8"?>
<p:tagLst xmlns:p="http://schemas.openxmlformats.org/presentationml/2006/main">
  <p:tag name="KSO_WM_UNIT_TYPE" val="f"/>
  <p:tag name="KSO_WM_BEAUTIFY_FLAG" val="#wm#"/>
  <p:tag name="KSO_WM_FIGMA_FLAG" val="#fgm#"/>
  <p:tag name="KSO_WM_UNIT_INDEX" val="1"/>
  <p:tag name="KSO_WM_UNIT_SUBTYPE" val="c"/>
  <p:tag name="KSO_WM_UNIT_TEXT_TYPE" val="1"/>
  <p:tag name="KSO_WM_UNIT_PRESET_TEXT" val="20XX YEAR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5812"/>
  <p:tag name="KSO_WM_TEMPLATE_CATEGORY" val="custom"/>
</p:tagLst>
</file>

<file path=ppt/tags/tag362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c00f6a6cbe7dfe89652358756325dfd6265188be"/>
  <p:tag name="KSO_WM_NEWLAYOUT_ID" val="5"/>
  <p:tag name="KSO_WM_UNIT_PRESET_TEXT" val="单击此处添加文档标题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5812"/>
  <p:tag name="KSO_WM_TEMPLATE_CATEGORY" val="custom"/>
</p:tagLst>
</file>

<file path=ppt/tags/tag363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2"/>
  <p:tag name="KSO_WM_UNIT_SUBTYPE" val="b"/>
  <p:tag name="KSO_WM_UNIT_TEXT_TYPE" val="1"/>
  <p:tag name="KSO_WM_UNIT_TYPE" val="f"/>
  <p:tag name="KSO_WM_UNIT_PRESET_TEXT" val="BY WPS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812"/>
  <p:tag name="KSO_WM_TEMPLATE_CATEGORY" val="custom"/>
</p:tagLst>
</file>

<file path=ppt/tags/tag364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7d1b418b74e2b859"/>
  <p:tag name="KSO_WM_TEMPLATE_THUMBS_INDEX" val="1、9"/>
  <p:tag name="KSO_WM_TEMPLATE_INDEX" val="40485812"/>
  <p:tag name="KSO_WM_TEMPLATE_CATEGORY" val="custom"/>
  <p:tag name="KSO_WM_SLIDE_INDEX" val="1"/>
  <p:tag name="KSO_WM_SLIDE_ID" val="custom40485812_1"/>
  <p:tag name="KSO_WM_TEMPLATE_MASTER_TYPE" val="0"/>
  <p:tag name="KSO_WM_SLIDE_LAYOUT" val="a_f"/>
  <p:tag name="KSO_WM_SLIDE_LAYOUT_CNT" val="1_2"/>
  <p:tag name="KSO_WM_TAG_VERSION" val="3.0"/>
</p:tagLst>
</file>

<file path=ppt/tags/tag36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3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66cf9bfeac5e5b7006a6ed97b1e38fec451ff38f"/>
  <p:tag name="KSO_WM_NEWLAYOUT_GROUP_ID" val="layout_1-5"/>
  <p:tag name="KSO_WM_NEWLAYOUT_ID" val="slide_61223ae7a7f7aefc"/>
</p:tagLst>
</file>

<file path=ppt/tags/tag3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36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3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3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371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3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3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37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37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37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  <p:tag name="KSO_WM_UNIT_PRESET_TEXT" val="04"/>
  <p:tag name="KSO_WM_SLIDE_FIGMA_DIAGRAM" val="1"/>
</p:tagLst>
</file>

<file path=ppt/tags/tag37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UNIT_PRESET_TEXT" val=" "/>
  <p:tag name="KSO_WM_SLIDE_FIGMA_DIAGRAM" val="1"/>
</p:tagLst>
</file>

<file path=ppt/tags/tag3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  <p:tag name="KSO_WM_SLIDE_FIGMA_DIAGRAM" val="1"/>
</p:tagLst>
</file>

<file path=ppt/tags/tag379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contents"/>
  <p:tag name="KSO_WM_TEMPLATE_SUBCATEGORY" val="29"/>
  <p:tag name="KSO_WM_BEAUTIFY_FLAG" val="#wm#"/>
  <p:tag name="KSO_WM_TEMPLATE_FIGMA_ID" val="69796638351"/>
  <p:tag name="KSO_WM_TEMPLATE_SLIDE_ID" val="slide_61223ae7a7f7aefc"/>
</p:tagLst>
</file>

<file path=ppt/tags/tag38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38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e6e1c320adbe63489b28271d865ffa15645b2d03"/>
  <p:tag name="KSO_WM_NEWLAYOUT_GROUP_ID" val="layout_1-5"/>
  <p:tag name="KSO_WM_NEWLAYOUT_ID" val="slide_063b19861dc0a508"/>
</p:tagLst>
</file>

<file path=ppt/tags/tag3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38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3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3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386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3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3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38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3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391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contents"/>
  <p:tag name="KSO_WM_TEMPLATE_SUBCATEGORY" val="29"/>
  <p:tag name="KSO_WM_BEAUTIFY_FLAG" val="#wm#"/>
  <p:tag name="KSO_WM_TEMPLATE_FIGMA_ID" val="69796638351"/>
  <p:tag name="KSO_WM_TEMPLATE_SLIDE_ID" val="slide_063b19861dc0a508"/>
</p:tagLst>
</file>

<file path=ppt/tags/tag392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3aa9e76ff2e8893e159ca3c42851a20d564caf2c"/>
  <p:tag name="KSO_WM_NEWLAYOUT_ID" val="11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812"/>
  <p:tag name="KSO_WM_TEMPLATE_CATEGORY" val="custom"/>
</p:tagLst>
</file>

<file path=ppt/tags/tag393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812"/>
  <p:tag name="KSO_WM_TEMPLATE_CATEGORY" val="custom"/>
</p:tagLst>
</file>

<file path=ppt/tags/tag394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5812"/>
  <p:tag name="KSO_WM_TEMPLATE_CATEGORY" val="custom"/>
  <p:tag name="KSO_WM_SLIDE_INDEX" val="3"/>
  <p:tag name="KSO_WM_SLIDE_ID" val="custom40485812_7"/>
  <p:tag name="KSO_WM_TEMPLATE_MASTER_TYPE" val="0"/>
  <p:tag name="KSO_WM_SLIDE_LAYOUT" val="a_e"/>
  <p:tag name="KSO_WM_SLIDE_LAYOUT_CNT" val="1_1"/>
  <p:tag name="KSO_WM_TAG_VERSION" val="3.0"/>
</p:tagLst>
</file>

<file path=ppt/tags/tag39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81642356c2f01d57787eaece4b4f505f822a2c1"/>
  <p:tag name="KSO_WM_NEWLAYOUT_GROUP_ID" val="layout_30"/>
  <p:tag name="KSO_WM_NEWLAYOUT_ID" val="slide_d842124640d9c575"/>
  <p:tag name="KSO_WM_UNIT_PRESET_TEXT" val="单击此处添加标题"/>
</p:tagLst>
</file>

<file path=ppt/tags/tag39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3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3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正文"/>
</p:tagLst>
</file>

<file path=ppt/tags/tag3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01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38351"/>
  <p:tag name="KSO_WM_TEMPLATE_SLIDE_ID" val="slide_d842124640d9c575"/>
</p:tagLst>
</file>

<file path=ppt/tags/tag402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3aa9e76ff2e8893e159ca3c42851a20d564caf2c"/>
  <p:tag name="KSO_WM_NEWLAYOUT_ID" val="11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812"/>
  <p:tag name="KSO_WM_TEMPLATE_CATEGORY" val="custom"/>
</p:tagLst>
</file>

<file path=ppt/tags/tag403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812"/>
  <p:tag name="KSO_WM_TEMPLATE_CATEGORY" val="custom"/>
</p:tagLst>
</file>

<file path=ppt/tags/tag404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5812"/>
  <p:tag name="KSO_WM_TEMPLATE_CATEGORY" val="custom"/>
  <p:tag name="KSO_WM_SLIDE_INDEX" val="3"/>
  <p:tag name="KSO_WM_SLIDE_ID" val="custom40485812_7"/>
  <p:tag name="KSO_WM_TEMPLATE_MASTER_TYPE" val="0"/>
  <p:tag name="KSO_WM_SLIDE_LAYOUT" val="a_e"/>
  <p:tag name="KSO_WM_SLIDE_LAYOUT_CNT" val="1_1"/>
  <p:tag name="KSO_WM_TAG_VERSION" val="3.0"/>
</p:tagLst>
</file>

<file path=ppt/tags/tag405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99f21b5d29b6294d5da4ed79d8eb1a9fb358c2e"/>
  <p:tag name="KSO_WM_NEWLAYOUT_GROUP_ID" val="layout_2"/>
  <p:tag name="KSO_WM_NEWLAYOUT_ID" val="slide_f929b4a25ec12823"/>
  <p:tag name="KSO_WM_UNIT_PRESET_TEXT" val="单击此处添加标题"/>
</p:tagLst>
</file>

<file path=ppt/tags/tag406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09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4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1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正文"/>
</p:tagLst>
</file>

<file path=ppt/tags/tag41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8351"/>
  <p:tag name="KSO_WM_TEMPLATE_SLIDE_ID" val="slide_f929b4a25ec12823"/>
</p:tagLst>
</file>

<file path=ppt/tags/tag416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3aa9e76ff2e8893e159ca3c42851a20d564caf2c"/>
  <p:tag name="KSO_WM_NEWLAYOUT_ID" val="11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812"/>
  <p:tag name="KSO_WM_TEMPLATE_CATEGORY" val="custom"/>
</p:tagLst>
</file>

<file path=ppt/tags/tag417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812"/>
  <p:tag name="KSO_WM_TEMPLATE_CATEGORY" val="custom"/>
</p:tagLst>
</file>

<file path=ppt/tags/tag418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5812"/>
  <p:tag name="KSO_WM_TEMPLATE_CATEGORY" val="custom"/>
  <p:tag name="KSO_WM_SLIDE_INDEX" val="3"/>
  <p:tag name="KSO_WM_SLIDE_ID" val="custom40485812_7"/>
  <p:tag name="KSO_WM_TEMPLATE_MASTER_TYPE" val="0"/>
  <p:tag name="KSO_WM_SLIDE_LAYOUT" val="a_e"/>
  <p:tag name="KSO_WM_SLIDE_LAYOUT_CNT" val="1_1"/>
  <p:tag name="KSO_WM_TAG_VERSION" val="3.0"/>
</p:tagLst>
</file>

<file path=ppt/tags/tag41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3bf04d41c3967f0197c80499e4d02f3a0ed8c85"/>
  <p:tag name="KSO_WM_NEWLAYOUT_GROUP_ID" val="layout_57"/>
  <p:tag name="KSO_WM_NEWLAYOUT_ID" val="slide_0c23db50e3bd7c12"/>
  <p:tag name="KSO_WM_UNIT_PRESET_TEXT" val="单击此处添加标题"/>
</p:tagLst>
</file>

<file path=ppt/tags/tag420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4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23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4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42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26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4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4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29.xml><?xml version="1.0" encoding="utf-8"?>
<p:tagLst xmlns:p="http://schemas.openxmlformats.org/presentationml/2006/main">
  <p:tag name="KSO_WM_FIGMA_DECORATION_INDEX" val="17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  <p:tag name="KSO_WM_UNIT_PRESET_TEXT" val=" "/>
</p:tagLst>
</file>

<file path=ppt/tags/tag43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43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432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38351"/>
  <p:tag name="KSO_WM_TEMPLATE_SLIDE_ID" val="slide_0c23db50e3bd7c12"/>
</p:tagLst>
</file>

<file path=ppt/tags/tag43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8cf9f5151bb24c0970d6ec43472ba2ffc77614d"/>
  <p:tag name="KSO_WM_NEWLAYOUT_GROUP_ID" val="layout_26"/>
  <p:tag name="KSO_WM_NEWLAYOUT_ID" val="slide_b529fd4d3bc968ad"/>
  <p:tag name="KSO_WM_UNIT_PRESET_TEXT" val="单击此处添加标题"/>
</p:tagLst>
</file>

<file path=ppt/tags/tag434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4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3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  <p:tag name="KSO_WM_UNIT_PRESET_TEXT" val=" "/>
</p:tagLst>
</file>

<file path=ppt/tags/tag4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40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  <p:tag name="KSO_WM_UNIT_PRESET_TEXT" val=" "/>
</p:tagLst>
</file>

<file path=ppt/tags/tag4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4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4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4_1"/>
  <p:tag name="KSO_WM_UNIT_TYPE" val="l_h_i"/>
  <p:tag name="KSO_WM_UNIT_PRESET_TEXT" val=" "/>
</p:tagLst>
</file>

<file path=ppt/tags/tag4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4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446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38351"/>
  <p:tag name="KSO_WM_TEMPLATE_SLIDE_ID" val="slide_b529fd4d3bc968ad"/>
</p:tagLst>
</file>

<file path=ppt/tags/tag447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3aa9e76ff2e8893e159ca3c42851a20d564caf2c"/>
  <p:tag name="KSO_WM_NEWLAYOUT_ID" val="11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812"/>
  <p:tag name="KSO_WM_TEMPLATE_CATEGORY" val="custom"/>
</p:tagLst>
</file>

<file path=ppt/tags/tag448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812"/>
  <p:tag name="KSO_WM_TEMPLATE_CATEGORY" val="custom"/>
</p:tagLst>
</file>

<file path=ppt/tags/tag449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5812"/>
  <p:tag name="KSO_WM_TEMPLATE_CATEGORY" val="custom"/>
  <p:tag name="KSO_WM_SLIDE_INDEX" val="3"/>
  <p:tag name="KSO_WM_SLIDE_ID" val="custom40485812_7"/>
  <p:tag name="KSO_WM_TEMPLATE_MASTER_TYPE" val="0"/>
  <p:tag name="KSO_WM_SLIDE_LAYOUT" val="a_e"/>
  <p:tag name="KSO_WM_SLIDE_LAYOUT_CNT" val="1_1"/>
  <p:tag name="KSO_WM_TAG_VERSION" val="3.0"/>
</p:tagLst>
</file>

<file path=ppt/tags/tag45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8f7b57c86143e09b1a392e879d7b33b5097e3ef9"/>
  <p:tag name="KSO_WM_NEWLAYOUT_GROUP_ID" val="layout_32"/>
  <p:tag name="KSO_WM_NEWLAYOUT_ID" val="slide_b843e5e33d243291"/>
  <p:tag name="KSO_WM_UNIT_PRESET_TEXT" val="单击此处添加标题"/>
</p:tagLst>
</file>

<file path=ppt/tags/tag4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5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5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8351"/>
  <p:tag name="KSO_WM_TEMPLATE_SLIDE_ID" val="slide_b843e5e33d243291"/>
</p:tagLst>
</file>

<file path=ppt/tags/tag45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ac7ac6cf5108aa21bb64e04cbaf00d794680660d"/>
  <p:tag name="KSO_WM_NEWLAYOUT_GROUP_ID" val="layout_34"/>
  <p:tag name="KSO_WM_NEWLAYOUT_ID" val="slide_a163c49787ad2fc4"/>
  <p:tag name="KSO_WM_UNIT_PRESET_TEXT" val="单击此处添加标题"/>
</p:tagLst>
</file>

<file path=ppt/tags/tag4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5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6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6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9c389517e95e86fddf76a1a0908e6fc9cb92ec0"/>
  <p:tag name="KSO_WM_NEWLAYOUT_GROUP_ID" val="layout_62"/>
  <p:tag name="KSO_WM_NEWLAYOUT_ID" val="slide_64e7d578e11f5cc0"/>
  <p:tag name="KSO_WM_UNIT_PRESET_TEXT" val="单击此处添加标题"/>
</p:tagLst>
</file>

<file path=ppt/tags/tag46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6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正文"/>
</p:tagLst>
</file>

<file path=ppt/tags/tag46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8351"/>
  <p:tag name="KSO_WM_TEMPLATE_SLIDE_ID" val="slide_a163c49787ad2fc4"/>
</p:tagLst>
</file>

<file path=ppt/tags/tag46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d78bee81e9ae4e8e4980dba612075ef5d746083"/>
  <p:tag name="KSO_WM_NEWLAYOUT_GROUP_ID" val="layout_10013"/>
  <p:tag name="KSO_WM_NEWLAYOUT_ID" val="slide_c60fea93c381646b"/>
  <p:tag name="KSO_WM_UNIT_PRESET_TEXT" val="单击此处添加标题"/>
</p:tagLst>
</file>

<file path=ppt/tags/tag46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7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7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a7ff51c79b9ee1e088d14abf4a4415b0f377863"/>
  <p:tag name="KSO_WM_NEWLAYOUT_GROUP_ID" val="layout_42"/>
  <p:tag name="KSO_WM_NEWLAYOUT_ID" val="slide_c7d50bbb58d6a923"/>
  <p:tag name="KSO_WM_UNIT_PRESET_TEXT" val="单击此处添加标题"/>
</p:tagLst>
</file>

<file path=ppt/tags/tag47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7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正文"/>
</p:tagLst>
</file>

<file path=ppt/tags/tag475.xml><?xml version="1.0" encoding="utf-8"?>
<p:tagLst xmlns:p="http://schemas.openxmlformats.org/presentationml/2006/main">
  <p:tag name="KSO_WM_SLIDE_CONTENT_ORIENTATION" val=""/>
  <p:tag name="KSO_WM_SLIDE_HAS_MASK" val="0"/>
  <p:tag name="KSO_WM_SLIDE_ITEM_CNT" val="2"/>
  <p:tag name="KSO_WM_SLIDE_TYPE" val="text"/>
  <p:tag name="KSO_WM_TEMPLATE_SUBCATEGORY" val="29"/>
  <p:tag name="KSO_WM_BEAUTIFY_FLAG" val="#wm#"/>
  <p:tag name="KSO_WM_TEMPLATE_FIGMA_ID" val="69796638351"/>
  <p:tag name="KSO_WM_TEMPLATE_SLIDE_ID" val="slide_c60fea93c381646b"/>
</p:tagLst>
</file>

<file path=ppt/tags/tag47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8c63962d27d5670a9a7ae9056edf7318a345283"/>
  <p:tag name="KSO_WM_NEWLAYOUT_GROUP_ID" val="layout_51"/>
  <p:tag name="KSO_WM_NEWLAYOUT_ID" val="slide_3461ed1a5b67fef1"/>
  <p:tag name="KSO_WM_UNIT_PRESET_TEXT" val="单击此处添加标题"/>
</p:tagLst>
</file>

<file path=ppt/tags/tag47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7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7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正文"/>
</p:tagLst>
</file>

<file path=ppt/tags/tag480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38351"/>
  <p:tag name="KSO_WM_TEMPLATE_SLIDE_ID" val="slide_3461ed1a5b67fef1"/>
</p:tagLst>
</file>

<file path=ppt/tags/tag481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3aa9e76ff2e8893e159ca3c42851a20d564caf2c"/>
  <p:tag name="KSO_WM_NEWLAYOUT_ID" val="11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812"/>
  <p:tag name="KSO_WM_TEMPLATE_CATEGORY" val="custom"/>
</p:tagLst>
</file>

<file path=ppt/tags/tag482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812"/>
  <p:tag name="KSO_WM_TEMPLATE_CATEGORY" val="custom"/>
</p:tagLst>
</file>

<file path=ppt/tags/tag483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5812"/>
  <p:tag name="KSO_WM_TEMPLATE_CATEGORY" val="custom"/>
  <p:tag name="KSO_WM_SLIDE_INDEX" val="3"/>
  <p:tag name="KSO_WM_SLIDE_ID" val="custom40485812_7"/>
  <p:tag name="KSO_WM_TEMPLATE_MASTER_TYPE" val="0"/>
  <p:tag name="KSO_WM_SLIDE_LAYOUT" val="a_e"/>
  <p:tag name="KSO_WM_SLIDE_LAYOUT_CNT" val="1_1"/>
  <p:tag name="KSO_WM_TAG_VERSION" val="3.0"/>
</p:tagLst>
</file>

<file path=ppt/tags/tag48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1b110d622db6ba000f42616822567065d7307015"/>
  <p:tag name="KSO_WM_NEWLAYOUT_GROUP_ID" val="layout_10007"/>
  <p:tag name="KSO_WM_NEWLAYOUT_ID" val="slide_a93629e32f0363b8"/>
  <p:tag name="KSO_WM_UNIT_PRESET_TEXT" val="单击此处添加标题"/>
</p:tagLst>
</file>

<file path=ppt/tags/tag4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4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4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4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491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8351"/>
  <p:tag name="KSO_WM_TEMPLATE_SLIDE_ID" val="slide_a93629e32f0363b8"/>
</p:tagLst>
</file>

<file path=ppt/tags/tag49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4a55e721aa8982e6f0a3ccad453351873d1a9bd"/>
  <p:tag name="KSO_WM_NEWLAYOUT_GROUP_ID" val="layout_27"/>
  <p:tag name="KSO_WM_NEWLAYOUT_ID" val="slide_68c7e1d569ee91b3"/>
  <p:tag name="KSO_WM_UNIT_PRESET_TEXT" val="单击此处添加标题"/>
</p:tagLst>
</file>

<file path=ppt/tags/tag493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4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2"/>
  <p:tag name="KSO_WM_UNIT_SUBTYPE" val="d"/>
  <p:tag name="KSO_WM_UNIT_TYPE" val="l_h_i"/>
  <p:tag name="KSO_WM_UNIT_PRESET_TEXT" val="01"/>
</p:tagLst>
</file>

<file path=ppt/tags/tag4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4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497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4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"/>
  <p:tag name="KSO_WM_UNIT_SUBTYPE" val="d"/>
  <p:tag name="KSO_WM_UNIT_TYPE" val="l_h_i"/>
  <p:tag name="KSO_WM_UNIT_PRESET_TEXT" val="02"/>
</p:tagLst>
</file>

<file path=ppt/tags/tag49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</p:tagLst>
</file>

<file path=ppt/tags/tag5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01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50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2"/>
  <p:tag name="KSO_WM_UNIT_SUBTYPE" val="d"/>
  <p:tag name="KSO_WM_UNIT_TYPE" val="l_h_i"/>
  <p:tag name="KSO_WM_UNIT_PRESET_TEXT" val="03"/>
</p:tagLst>
</file>

<file path=ppt/tags/tag50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</p:tagLst>
</file>

<file path=ppt/tags/tag50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05.xml><?xml version="1.0" encoding="utf-8"?>
<p:tagLst xmlns:p="http://schemas.openxmlformats.org/presentationml/2006/main">
  <p:tag name="KSO_WM_FIGMA_DECORATION_INDEX" val="14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  <p:tag name="KSO_WM_UNIT_PRESET_TEXT" val=" "/>
</p:tagLst>
</file>

<file path=ppt/tags/tag5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2"/>
  <p:tag name="KSO_WM_UNIT_SUBTYPE" val="d"/>
  <p:tag name="KSO_WM_UNIT_TYPE" val="l_h_i"/>
  <p:tag name="KSO_WM_UNIT_PRESET_TEXT" val="04"/>
</p:tagLst>
</file>

<file path=ppt/tags/tag50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</p:tagLst>
</file>

<file path=ppt/tags/tag5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509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38351"/>
  <p:tag name="KSO_WM_TEMPLATE_SLIDE_ID" val="slide_68c7e1d569ee91b3"/>
</p:tagLst>
</file>

<file path=ppt/tags/tag510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3aa9e76ff2e8893e159ca3c42851a20d564caf2c"/>
  <p:tag name="KSO_WM_NEWLAYOUT_ID" val="11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812"/>
  <p:tag name="KSO_WM_TEMPLATE_CATEGORY" val="custom"/>
</p:tagLst>
</file>

<file path=ppt/tags/tag511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812"/>
  <p:tag name="KSO_WM_TEMPLATE_CATEGORY" val="custom"/>
</p:tagLst>
</file>

<file path=ppt/tags/tag512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5812"/>
  <p:tag name="KSO_WM_TEMPLATE_CATEGORY" val="custom"/>
  <p:tag name="KSO_WM_SLIDE_INDEX" val="3"/>
  <p:tag name="KSO_WM_SLIDE_ID" val="custom40485812_7"/>
  <p:tag name="KSO_WM_TEMPLATE_MASTER_TYPE" val="0"/>
  <p:tag name="KSO_WM_SLIDE_LAYOUT" val="a_e"/>
  <p:tag name="KSO_WM_SLIDE_LAYOUT_CNT" val="1_1"/>
  <p:tag name="KSO_WM_TAG_VERSION" val="3.0"/>
</p:tagLst>
</file>

<file path=ppt/tags/tag51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225b871e5df571aa0a8a9c3c117a0541a0628a8"/>
  <p:tag name="KSO_WM_NEWLAYOUT_GROUP_ID" val="layout_60"/>
  <p:tag name="KSO_WM_NEWLAYOUT_ID" val="slide_35d83bc1f2dde6a1"/>
  <p:tag name="KSO_WM_UNIT_PRESET_TEXT" val="单击此处添加标题"/>
</p:tagLst>
</file>

<file path=ppt/tags/tag5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正文"/>
</p:tagLst>
</file>

<file path=ppt/tags/tag515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38351"/>
  <p:tag name="KSO_WM_TEMPLATE_SLIDE_ID" val="slide_35d83bc1f2dde6a1"/>
</p:tagLst>
</file>

<file path=ppt/tags/tag51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73425a57c729e6d8af93e4cfb7a24da6fccb02aa"/>
  <p:tag name="KSO_WM_NEWLAYOUT_GROUP_ID" val="layout_61"/>
  <p:tag name="KSO_WM_NEWLAYOUT_ID" val="slide_1fabe581cef1fe3f"/>
  <p:tag name="KSO_WM_UNIT_PRESET_TEXT" val="单击此处添加标题"/>
</p:tagLst>
</file>

<file path=ppt/tags/tag5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正文"/>
</p:tagLst>
</file>

<file path=ppt/tags/tag5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正文"/>
</p:tagLst>
</file>

<file path=ppt/tags/tag52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正文"/>
</p:tagLst>
</file>

<file path=ppt/tags/tag5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正文"/>
</p:tagLst>
</file>

<file path=ppt/tags/tag525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38351"/>
  <p:tag name="KSO_WM_TEMPLATE_SLIDE_ID" val="slide_1fabe581cef1fe3f"/>
</p:tagLst>
</file>

<file path=ppt/tags/tag52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b402df529db0e4c0ce56de5b783f2d67c4ffaa4e"/>
  <p:tag name="KSO_WM_NEWLAYOUT_GROUP_ID" val="layout_10004"/>
  <p:tag name="KSO_WM_NEWLAYOUT_ID" val="slide_aec818c1bcb6d7c7"/>
  <p:tag name="KSO_WM_UNIT_PRESET_TEXT" val="单击此处添加标题"/>
</p:tagLst>
</file>

<file path=ppt/tags/tag52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2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  <p:tag name="KSO_WM_UNIT_PRESET_TEXT" val=" "/>
</p:tagLst>
</file>

<file path=ppt/tags/tag5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</p:tagLst>
</file>

<file path=ppt/tags/tag52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正文"/>
</p:tagLst>
</file>

<file path=ppt/tags/tag530.xml><?xml version="1.0" encoding="utf-8"?>
<p:tagLst xmlns:p="http://schemas.openxmlformats.org/presentationml/2006/main">
  <p:tag name="KSO_WM_SLIDE_CONTENT_ORIENTATION" val=""/>
  <p:tag name="KSO_WM_SLIDE_HAS_MASK" val="0"/>
  <p:tag name="KSO_WM_SLIDE_ITEM_CNT" val="1"/>
  <p:tag name="KSO_WM_SLIDE_TYPE" val="text"/>
  <p:tag name="KSO_WM_TEMPLATE_SUBCATEGORY" val="29"/>
  <p:tag name="KSO_WM_BEAUTIFY_FLAG" val="#wm#"/>
  <p:tag name="KSO_WM_TEMPLATE_FIGMA_ID" val="69796638351"/>
  <p:tag name="KSO_WM_TEMPLATE_SLIDE_ID" val="slide_aec818c1bcb6d7c7"/>
</p:tagLst>
</file>

<file path=ppt/tags/tag531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EXT_TYPE" val="1"/>
  <p:tag name="KSO_WM_UNIT_TYPE" val="a"/>
  <p:tag name="KSO_WM_LAYOUT_CHECK_HASH" val="3aa9e76ff2e8893e159ca3c42851a20d564caf2c"/>
  <p:tag name="KSO_WM_NEWLAYOUT_ID" val="11"/>
  <p:tag name="KSO_WM_UNIT_PRESET_TEXT" val="单击此处添加章节标题"/>
  <p:tag name="KSO_WM_UNIT_ID" val="_10*a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812"/>
  <p:tag name="KSO_WM_TEMPLATE_CATEGORY" val="custom"/>
</p:tagLst>
</file>

<file path=ppt/tags/tag532.xml><?xml version="1.0" encoding="utf-8"?>
<p:tagLst xmlns:p="http://schemas.openxmlformats.org/presentationml/2006/main">
  <p:tag name="KSO_WM_UNIT_HIGHLIGHT" val="0"/>
  <p:tag name="KSO_WM_BEAUTIFY_FLAG" val="#wm#"/>
  <p:tag name="KSO_WM_FIGMA_FLAG" val="#fgm#"/>
  <p:tag name="KSO_WM_UNIT_INDEX" val="1"/>
  <p:tag name="KSO_WM_UNIT_TYPE" val="e"/>
  <p:tag name="KSO_WM_UNIT_PRESET_TEXT" val="01"/>
  <p:tag name="KSO_WM_UNIT_ID" val="_10*e*1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85812"/>
  <p:tag name="KSO_WM_TEMPLATE_CATEGORY" val="custom"/>
</p:tagLst>
</file>

<file path=ppt/tags/tag533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8d1615941f9e1a55"/>
  <p:tag name="KSO_WM_TEMPLATE_INDEX" val="40485812"/>
  <p:tag name="KSO_WM_TEMPLATE_CATEGORY" val="custom"/>
  <p:tag name="KSO_WM_SLIDE_INDEX" val="3"/>
  <p:tag name="KSO_WM_SLIDE_ID" val="custom40485812_7"/>
  <p:tag name="KSO_WM_TEMPLATE_MASTER_TYPE" val="0"/>
  <p:tag name="KSO_WM_SLIDE_LAYOUT" val="a_e"/>
  <p:tag name="KSO_WM_SLIDE_LAYOUT_CNT" val="1_1"/>
  <p:tag name="KSO_WM_TAG_VERSION" val="3.0"/>
</p:tagLst>
</file>

<file path=ppt/tags/tag534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34cecdcfe2460cea3911bb4c79a0aa279c3c84a0"/>
  <p:tag name="KSO_WM_NEWLAYOUT_GROUP_ID" val="layout_48"/>
  <p:tag name="KSO_WM_NEWLAYOUT_ID" val="slide_abb2fc7b9024b23a"/>
  <p:tag name="KSO_WM_UNIT_PRESET_TEXT" val="单击此处添加标题"/>
</p:tagLst>
</file>

<file path=ppt/tags/tag5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5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53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5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5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5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5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5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5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a"/>
  <p:tag name="KSO_WM_UNIT_PRESET_TEXT" val="项标题"/>
</p:tagLst>
</file>

<file path=ppt/tags/tag5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5_1"/>
  <p:tag name="KSO_WM_UNIT_TYPE" val="l_h_f"/>
  <p:tag name="KSO_WM_UNIT_PRESET_TEXT" val="单击此处添加项正文"/>
</p:tagLst>
</file>

<file path=ppt/tags/tag545.xml><?xml version="1.0" encoding="utf-8"?>
<p:tagLst xmlns:p="http://schemas.openxmlformats.org/presentationml/2006/main">
  <p:tag name="KSO_WM_SLIDE_CONTENT_ORIENTATION" val=""/>
  <p:tag name="KSO_WM_SLIDE_HAS_MASK" val="0"/>
  <p:tag name="KSO_WM_SLIDE_ITEM_CNT" val="5"/>
  <p:tag name="KSO_WM_SLIDE_TYPE" val="text"/>
  <p:tag name="KSO_WM_TEMPLATE_SUBCATEGORY" val="29"/>
  <p:tag name="KSO_WM_BEAUTIFY_FLAG" val="#wm#"/>
  <p:tag name="KSO_WM_TEMPLATE_FIGMA_ID" val="69796638351"/>
  <p:tag name="KSO_WM_TEMPLATE_SLIDE_ID" val="slide_abb2fc7b9024b23a"/>
</p:tagLst>
</file>

<file path=ppt/tags/tag546.xml><?xml version="1.0" encoding="utf-8"?>
<p:tagLst xmlns:p="http://schemas.openxmlformats.org/presentationml/2006/main">
  <p:tag name="KSO_WM_BEAUTIFY_FLAG" val="#wm#"/>
  <p:tag name="KSO_WM_FIGMA_FLAG" val="#fgm#"/>
  <p:tag name="KSO_WM_UNIT_INDEX" val="1"/>
  <p:tag name="KSO_WM_UNIT_TEXT_TYPE" val="1"/>
  <p:tag name="KSO_WM_UNIT_TYPE" val="b"/>
  <p:tag name="KSO_WM_UNIT_PRESET_TEXT" val="THE END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5812"/>
  <p:tag name="KSO_WM_TEMPLATE_CATEGORY" val="custom"/>
</p:tagLst>
</file>

<file path=ppt/tags/tag547.xml><?xml version="1.0" encoding="utf-8"?>
<p:tagLst xmlns:p="http://schemas.openxmlformats.org/presentationml/2006/main">
  <p:tag name="KSO_WM_UNIT_TYPE" val="a"/>
  <p:tag name="KSO_WM_BEAUTIFY_FLAG" val="#wm#"/>
  <p:tag name="KSO_WM_FIGMA_FLAG" val="#fgm#"/>
  <p:tag name="KSO_WM_UNIT_INDEX" val="1"/>
  <p:tag name="KSO_WM_UNIT_TEXT_TYPE" val="1"/>
  <p:tag name="KSO_WM_LAYOUT_CHECK_HASH" val="301a4feec12e46015910664bc4592b65e1510523"/>
  <p:tag name="KSO_WM_NEWLAYOUT_ID" val="17"/>
  <p:tag name="KSO_WM_UNIT_PRESET_TEXT" val="谢谢观看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85812"/>
  <p:tag name="KSO_WM_TEMPLATE_CATEGORY" val="custom"/>
</p:tagLst>
</file>

<file path=ppt/tags/tag548.xml><?xml version="1.0" encoding="utf-8"?>
<p:tagLst xmlns:p="http://schemas.openxmlformats.org/presentationml/2006/main">
  <p:tag name="KSO_WM_SLIDE_CONTENT_ORIENTATION" val="center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47de9d0eaa58c516"/>
  <p:tag name="KSO_WM_TEMPLATE_INDEX" val="40485812"/>
  <p:tag name="KSO_WM_TEMPLATE_CATEGORY" val="custom"/>
  <p:tag name="KSO_WM_SLIDE_INDEX" val="5"/>
  <p:tag name="KSO_WM_SLIDE_ID" val="custom40485812_9"/>
  <p:tag name="KSO_WM_TEMPLATE_MASTER_TYPE" val="0"/>
  <p:tag name="KSO_WM_SLIDE_LAYOUT" val="a_b"/>
  <p:tag name="KSO_WM_SLIDE_LAYOUT_CNT" val="1_1"/>
  <p:tag name="KSO_WM_TAG_VERSION" val="3.0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主题">
  <a:themeElements>
    <a:clrScheme name="自定义 612">
      <a:dk1>
        <a:srgbClr val="000000"/>
      </a:dk1>
      <a:lt1>
        <a:srgbClr val="FFFFFF"/>
      </a:lt1>
      <a:dk2>
        <a:srgbClr val="0F1830"/>
      </a:dk2>
      <a:lt2>
        <a:srgbClr val="F8FAFD"/>
      </a:lt2>
      <a:accent1>
        <a:srgbClr val="5C7CCE"/>
      </a:accent1>
      <a:accent2>
        <a:srgbClr val="777BCB"/>
      </a:accent2>
      <a:accent3>
        <a:srgbClr val="927AC9"/>
      </a:accent3>
      <a:accent4>
        <a:srgbClr val="AC7AC6"/>
      </a:accent4>
      <a:accent5>
        <a:srgbClr val="C779C4"/>
      </a:accent5>
      <a:accent6>
        <a:srgbClr val="E278C1"/>
      </a:accent6>
      <a:hlink>
        <a:srgbClr val="0563C1"/>
      </a:hlink>
      <a:folHlink>
        <a:srgbClr val="954F72"/>
      </a:folHlink>
    </a:clrScheme>
    <a:fontScheme name="自定义 72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2717</Words>
  <Application>WPS Office WWO_wpscloud_20260107185241-030cc62549</Application>
  <PresentationFormat>宽屏</PresentationFormat>
  <Paragraphs>328</Paragraphs>
  <Slides>25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25</vt:i4>
      </vt:variant>
    </vt:vector>
  </HeadingPairs>
  <TitlesOfParts>
    <vt:vector size="36" baseType="lpstr">
      <vt:lpstr>Arial</vt:lpstr>
      <vt:lpstr>宋体</vt:lpstr>
      <vt:lpstr>Wingdings</vt:lpstr>
      <vt:lpstr>微软雅黑</vt:lpstr>
      <vt:lpstr>汉仪旗黑KW 55S</vt:lpstr>
      <vt:lpstr>阿里巴巴普惠体 R</vt:lpstr>
      <vt:lpstr>汉仪中黑KW</vt:lpstr>
      <vt:lpstr>汉仪书宋二KW</vt:lpstr>
      <vt:lpstr>Kingsoft Confetti</vt:lpstr>
      <vt:lpstr>Office 主题</vt:lpstr>
      <vt:lpstr>1_Office 主题</vt:lpstr>
      <vt:lpstr>选课系统</vt:lpstr>
      <vt:lpstr>目录</vt:lpstr>
      <vt:lpstr>目录</vt:lpstr>
      <vt:lpstr>项目概述</vt:lpstr>
      <vt:lpstr>文档目的与范围</vt:lpstr>
      <vt:lpstr>选课核心需求</vt:lpstr>
      <vt:lpstr>业务需求</vt:lpstr>
      <vt:lpstr>选课模块设计</vt:lpstr>
      <vt:lpstr>模块架构</vt:lpstr>
      <vt:lpstr>核心技术选型</vt:lpstr>
      <vt:lpstr>选课相关核心类与接口</vt:lpstr>
      <vt:lpstr>核心管理类：Registrar类</vt:lpstr>
      <vt:lpstr>核心管理类：Registrar类</vt:lpstr>
      <vt:lpstr>核心管理类：CourseSystemService类</vt:lpstr>
      <vt:lpstr>核心管理类</vt:lpstr>
      <vt:lpstr>选课核心流程</vt:lpstr>
      <vt:lpstr>选课流程</vt:lpstr>
      <vt:lpstr>退课流程</vt:lpstr>
      <vt:lpstr>选课操作说明</vt:lpstr>
      <vt:lpstr>操作前提</vt:lpstr>
      <vt:lpstr>具体操作步骤</vt:lpstr>
      <vt:lpstr>测试数据说明</vt:lpstr>
      <vt:lpstr>选课模块注意事项</vt:lpstr>
      <vt:lpstr>选课模块注意事项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选课系统</dc:title>
  <dc:creator/>
  <cp:lastModifiedBy/>
  <dcterms:created xsi:type="dcterms:W3CDTF">2026-01-19T21:48:41Z</dcterms:created>
  <dcterms:modified xsi:type="dcterms:W3CDTF">2026-01-19T21:48:41Z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2052-12.9.0.24776</vt:lpwstr>
  </property>
  <property fmtid="{D5CDD505-2E9C-101B-9397-08002B2CF9AE}" pid="3" name="ICV">
    <vt:lpwstr>B75C98F4C40948689CB49D1002CA5FAC</vt:lpwstr>
  </property>
  <property fmtid="{D5CDD505-2E9C-101B-9397-08002B2CF9AE}" pid="4" name="KSOTemplateUUID">
    <vt:lpwstr>v1.0_ai_69796638351</vt:lpwstr>
  </property>
</Properties>
</file>